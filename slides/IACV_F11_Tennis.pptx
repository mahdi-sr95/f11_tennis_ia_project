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handoutMasterIdLst>
    <p:handoutMasterId r:id="rId20"/>
  </p:handoutMasterIdLst>
  <p:sldIdLst>
    <p:sldId id="258" r:id="rId2"/>
    <p:sldId id="259" r:id="rId3"/>
    <p:sldId id="261" r:id="rId4"/>
    <p:sldId id="275" r:id="rId5"/>
    <p:sldId id="263" r:id="rId6"/>
    <p:sldId id="276" r:id="rId7"/>
    <p:sldId id="265" r:id="rId8"/>
    <p:sldId id="278" r:id="rId9"/>
    <p:sldId id="272" r:id="rId10"/>
    <p:sldId id="273" r:id="rId11"/>
    <p:sldId id="274" r:id="rId12"/>
    <p:sldId id="279" r:id="rId13"/>
    <p:sldId id="282" r:id="rId14"/>
    <p:sldId id="280" r:id="rId15"/>
    <p:sldId id="281" r:id="rId16"/>
    <p:sldId id="277" r:id="rId17"/>
    <p:sldId id="283" r:id="rId18"/>
    <p:sldId id="28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FF0000"/>
    <a:srgbClr val="B7C6D1"/>
    <a:srgbClr val="728FA5"/>
    <a:srgbClr val="930000"/>
    <a:srgbClr val="1B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2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02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83F4D-95CD-4457-8B5B-F13ED90A9DA0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8C9458-0B99-484C-B541-96E8A256BEDA}">
      <dgm:prSet phldrT="[Text]"/>
      <dgm:spPr/>
      <dgm:t>
        <a:bodyPr/>
        <a:lstStyle/>
        <a:p>
          <a:r>
            <a:rPr lang="en-US" dirty="0"/>
            <a:t>1. Court Calibration</a:t>
          </a:r>
        </a:p>
      </dgm:t>
    </dgm:pt>
    <dgm:pt modelId="{9959DB3F-163E-4B84-8B5B-C1D4CA29EE94}" type="parTrans" cxnId="{149E5196-162E-4241-902E-F7FA327B2B8D}">
      <dgm:prSet/>
      <dgm:spPr/>
      <dgm:t>
        <a:bodyPr/>
        <a:lstStyle/>
        <a:p>
          <a:endParaRPr lang="en-US"/>
        </a:p>
      </dgm:t>
    </dgm:pt>
    <dgm:pt modelId="{F40AE20E-73A9-4C2C-B7CC-A9E57D0AF1DC}" type="sibTrans" cxnId="{149E5196-162E-4241-902E-F7FA327B2B8D}">
      <dgm:prSet/>
      <dgm:spPr/>
      <dgm:t>
        <a:bodyPr/>
        <a:lstStyle/>
        <a:p>
          <a:endParaRPr lang="en-US"/>
        </a:p>
      </dgm:t>
    </dgm:pt>
    <dgm:pt modelId="{64D33D97-0C35-4454-BB02-FE174E205F73}">
      <dgm:prSet phldrT="[Text]"/>
      <dgm:spPr/>
      <dgm:t>
        <a:bodyPr/>
        <a:lstStyle/>
        <a:p>
          <a:r>
            <a:rPr lang="en-US" dirty="0"/>
            <a:t>Homography via DLT + RANSAC</a:t>
          </a:r>
        </a:p>
      </dgm:t>
    </dgm:pt>
    <dgm:pt modelId="{7F044967-76DE-445A-B500-04DC662691E5}" type="parTrans" cxnId="{D71A40DA-05CD-4605-8E1B-71E5DB20FB86}">
      <dgm:prSet/>
      <dgm:spPr/>
      <dgm:t>
        <a:bodyPr/>
        <a:lstStyle/>
        <a:p>
          <a:endParaRPr lang="en-US"/>
        </a:p>
      </dgm:t>
    </dgm:pt>
    <dgm:pt modelId="{077B1F91-BA92-4602-A824-25EFFF6200E7}" type="sibTrans" cxnId="{D71A40DA-05CD-4605-8E1B-71E5DB20FB86}">
      <dgm:prSet/>
      <dgm:spPr/>
      <dgm:t>
        <a:bodyPr/>
        <a:lstStyle/>
        <a:p>
          <a:endParaRPr lang="en-US"/>
        </a:p>
      </dgm:t>
    </dgm:pt>
    <dgm:pt modelId="{389B5AFF-17F6-418B-8ECC-8C5FF791DE48}">
      <dgm:prSet phldrT="[Text]"/>
      <dgm:spPr/>
      <dgm:t>
        <a:bodyPr/>
        <a:lstStyle/>
        <a:p>
          <a:r>
            <a:rPr lang="en-US" dirty="0"/>
            <a:t>Maps image pixels ↔ court meters</a:t>
          </a:r>
        </a:p>
      </dgm:t>
    </dgm:pt>
    <dgm:pt modelId="{8F1D8CB8-F9F9-4F01-AEB7-7C9C1ED4E843}" type="parTrans" cxnId="{898FDEA9-C7CA-4DA6-8EBA-4D8723F926B0}">
      <dgm:prSet/>
      <dgm:spPr/>
      <dgm:t>
        <a:bodyPr/>
        <a:lstStyle/>
        <a:p>
          <a:endParaRPr lang="en-US"/>
        </a:p>
      </dgm:t>
    </dgm:pt>
    <dgm:pt modelId="{A4A6E5E4-9C24-4F56-A272-23667EAE5343}" type="sibTrans" cxnId="{898FDEA9-C7CA-4DA6-8EBA-4D8723F926B0}">
      <dgm:prSet/>
      <dgm:spPr/>
      <dgm:t>
        <a:bodyPr/>
        <a:lstStyle/>
        <a:p>
          <a:endParaRPr lang="en-US"/>
        </a:p>
      </dgm:t>
    </dgm:pt>
    <dgm:pt modelId="{E9DAE5C8-559D-42CD-8086-1AACA2A8E6A6}">
      <dgm:prSet phldrT="[Text]"/>
      <dgm:spPr/>
      <dgm:t>
        <a:bodyPr/>
        <a:lstStyle/>
        <a:p>
          <a:r>
            <a:rPr lang="en-US" dirty="0"/>
            <a:t>2. Ball Tracking</a:t>
          </a:r>
        </a:p>
      </dgm:t>
    </dgm:pt>
    <dgm:pt modelId="{68C6F59F-7053-4385-AE6B-809F401E80CD}" type="parTrans" cxnId="{0DA0C9D7-2576-464E-92C3-36077B73A330}">
      <dgm:prSet/>
      <dgm:spPr/>
      <dgm:t>
        <a:bodyPr/>
        <a:lstStyle/>
        <a:p>
          <a:endParaRPr lang="en-US"/>
        </a:p>
      </dgm:t>
    </dgm:pt>
    <dgm:pt modelId="{C0DE58BF-44A5-4834-BE4F-F69065FD0F5D}" type="sibTrans" cxnId="{0DA0C9D7-2576-464E-92C3-36077B73A330}">
      <dgm:prSet/>
      <dgm:spPr/>
      <dgm:t>
        <a:bodyPr/>
        <a:lstStyle/>
        <a:p>
          <a:endParaRPr lang="en-US"/>
        </a:p>
      </dgm:t>
    </dgm:pt>
    <dgm:pt modelId="{4BAFA06C-E452-4788-8313-CCEA95342814}">
      <dgm:prSet phldrT="[Text]"/>
      <dgm:spPr/>
      <dgm:t>
        <a:bodyPr/>
        <a:lstStyle/>
        <a:p>
          <a:r>
            <a:rPr lang="en-US" dirty="0"/>
            <a:t>Detection: Hough Circle Transform</a:t>
          </a:r>
        </a:p>
      </dgm:t>
    </dgm:pt>
    <dgm:pt modelId="{E210501D-874A-4F22-8D2D-C579A7025A99}" type="parTrans" cxnId="{BB92BCA3-AE58-4CD9-9FC3-CA01948FAC06}">
      <dgm:prSet/>
      <dgm:spPr/>
      <dgm:t>
        <a:bodyPr/>
        <a:lstStyle/>
        <a:p>
          <a:endParaRPr lang="en-US"/>
        </a:p>
      </dgm:t>
    </dgm:pt>
    <dgm:pt modelId="{435842AF-E170-4879-96BF-F25F90C20472}" type="sibTrans" cxnId="{BB92BCA3-AE58-4CD9-9FC3-CA01948FAC06}">
      <dgm:prSet/>
      <dgm:spPr/>
      <dgm:t>
        <a:bodyPr/>
        <a:lstStyle/>
        <a:p>
          <a:endParaRPr lang="en-US"/>
        </a:p>
      </dgm:t>
    </dgm:pt>
    <dgm:pt modelId="{E6A4C175-3B6E-4239-A19E-97E6CE9A993F}">
      <dgm:prSet phldrT="[Text]"/>
      <dgm:spPr/>
      <dgm:t>
        <a:bodyPr/>
        <a:lstStyle/>
        <a:p>
          <a:r>
            <a:rPr lang="en-US" dirty="0"/>
            <a:t>Filtering: Kalman filter</a:t>
          </a:r>
        </a:p>
      </dgm:t>
    </dgm:pt>
    <dgm:pt modelId="{8BC645F1-82C9-4FF9-A53B-CB1114D1D83B}" type="parTrans" cxnId="{D9BB5B03-5216-4FCE-8497-FC8B7FF651B2}">
      <dgm:prSet/>
      <dgm:spPr/>
      <dgm:t>
        <a:bodyPr/>
        <a:lstStyle/>
        <a:p>
          <a:endParaRPr lang="en-US"/>
        </a:p>
      </dgm:t>
    </dgm:pt>
    <dgm:pt modelId="{AF245DE8-BCAD-4FA3-835C-C4DE8526E99C}" type="sibTrans" cxnId="{D9BB5B03-5216-4FCE-8497-FC8B7FF651B2}">
      <dgm:prSet/>
      <dgm:spPr/>
      <dgm:t>
        <a:bodyPr/>
        <a:lstStyle/>
        <a:p>
          <a:endParaRPr lang="en-US"/>
        </a:p>
      </dgm:t>
    </dgm:pt>
    <dgm:pt modelId="{80F07F76-E4E3-4A44-BCBB-5D86CB13EFED}">
      <dgm:prSet phldrT="[Text]"/>
      <dgm:spPr/>
      <dgm:t>
        <a:bodyPr/>
        <a:lstStyle/>
        <a:p>
          <a:r>
            <a:rPr lang="en-US" dirty="0"/>
            <a:t>3. Event Detection</a:t>
          </a:r>
        </a:p>
      </dgm:t>
    </dgm:pt>
    <dgm:pt modelId="{939C130D-C38A-4585-9771-B8FAFD106475}" type="parTrans" cxnId="{FFE5A750-AD87-4531-8C3E-D0395D4B8319}">
      <dgm:prSet/>
      <dgm:spPr/>
      <dgm:t>
        <a:bodyPr/>
        <a:lstStyle/>
        <a:p>
          <a:endParaRPr lang="en-US"/>
        </a:p>
      </dgm:t>
    </dgm:pt>
    <dgm:pt modelId="{5C1CFA5B-9581-4E88-A01C-81A23DCCFE48}" type="sibTrans" cxnId="{FFE5A750-AD87-4531-8C3E-D0395D4B8319}">
      <dgm:prSet/>
      <dgm:spPr/>
      <dgm:t>
        <a:bodyPr/>
        <a:lstStyle/>
        <a:p>
          <a:endParaRPr lang="en-US"/>
        </a:p>
      </dgm:t>
    </dgm:pt>
    <dgm:pt modelId="{D5D64BD2-B535-4193-A64F-7A4F0CAE529D}">
      <dgm:prSet phldrT="[Text]"/>
      <dgm:spPr/>
      <dgm:t>
        <a:bodyPr/>
        <a:lstStyle/>
        <a:p>
          <a:r>
            <a:rPr lang="en-US" dirty="0"/>
            <a:t>Bounces: Vertical acceleration + velocity flip</a:t>
          </a:r>
        </a:p>
      </dgm:t>
    </dgm:pt>
    <dgm:pt modelId="{B4640471-CAC0-4E3A-8A49-41DBF8E7E45E}" type="parTrans" cxnId="{892FC955-5066-46E1-8531-2EB4F6168C03}">
      <dgm:prSet/>
      <dgm:spPr/>
      <dgm:t>
        <a:bodyPr/>
        <a:lstStyle/>
        <a:p>
          <a:endParaRPr lang="en-US"/>
        </a:p>
      </dgm:t>
    </dgm:pt>
    <dgm:pt modelId="{04A7BC06-EDB9-4802-8C21-BA9C761C2B9C}" type="sibTrans" cxnId="{892FC955-5066-46E1-8531-2EB4F6168C03}">
      <dgm:prSet/>
      <dgm:spPr/>
      <dgm:t>
        <a:bodyPr/>
        <a:lstStyle/>
        <a:p>
          <a:endParaRPr lang="en-US"/>
        </a:p>
      </dgm:t>
    </dgm:pt>
    <dgm:pt modelId="{8ECF6153-46B9-4AD3-8EB0-1316BFBFD7CD}">
      <dgm:prSet phldrT="[Text]"/>
      <dgm:spPr/>
      <dgm:t>
        <a:bodyPr/>
        <a:lstStyle/>
        <a:p>
          <a:r>
            <a:rPr lang="en-US" dirty="0"/>
            <a:t>Contacts: Ball-racket proximity</a:t>
          </a:r>
        </a:p>
      </dgm:t>
    </dgm:pt>
    <dgm:pt modelId="{AD97645C-9217-4463-B080-08FD83C920A8}" type="parTrans" cxnId="{1D25B139-4110-4DC7-9442-6B73D2EEA92B}">
      <dgm:prSet/>
      <dgm:spPr/>
      <dgm:t>
        <a:bodyPr/>
        <a:lstStyle/>
        <a:p>
          <a:endParaRPr lang="en-US"/>
        </a:p>
      </dgm:t>
    </dgm:pt>
    <dgm:pt modelId="{4AAB2393-AFD6-41FF-82E3-7CA8500713DA}" type="sibTrans" cxnId="{1D25B139-4110-4DC7-9442-6B73D2EEA92B}">
      <dgm:prSet/>
      <dgm:spPr/>
      <dgm:t>
        <a:bodyPr/>
        <a:lstStyle/>
        <a:p>
          <a:endParaRPr lang="en-US"/>
        </a:p>
      </dgm:t>
    </dgm:pt>
    <dgm:pt modelId="{0A1F3386-714E-4F70-B8BC-5EC58486D5AC}">
      <dgm:prSet phldrT="[Text]"/>
      <dgm:spPr/>
      <dgm:t>
        <a:bodyPr/>
        <a:lstStyle/>
        <a:p>
          <a:r>
            <a:rPr lang="en-US" dirty="0"/>
            <a:t>Interpolation: Cubic spline</a:t>
          </a:r>
        </a:p>
      </dgm:t>
    </dgm:pt>
    <dgm:pt modelId="{355D4FD9-F7D1-44D8-AE9D-239CCA0BF7AA}" type="parTrans" cxnId="{575883C3-4CE5-4F45-99CA-7424066A0861}">
      <dgm:prSet/>
      <dgm:spPr/>
      <dgm:t>
        <a:bodyPr/>
        <a:lstStyle/>
        <a:p>
          <a:endParaRPr lang="en-US"/>
        </a:p>
      </dgm:t>
    </dgm:pt>
    <dgm:pt modelId="{BB980A2D-A767-4CDA-8516-CA817B223841}" type="sibTrans" cxnId="{575883C3-4CE5-4F45-99CA-7424066A0861}">
      <dgm:prSet/>
      <dgm:spPr/>
      <dgm:t>
        <a:bodyPr/>
        <a:lstStyle/>
        <a:p>
          <a:endParaRPr lang="en-US"/>
        </a:p>
      </dgm:t>
    </dgm:pt>
    <dgm:pt modelId="{C7E72B42-3487-49F2-85EB-B51C7AF95601}" type="pres">
      <dgm:prSet presAssocID="{0E983F4D-95CD-4457-8B5B-F13ED90A9DA0}" presName="Name0" presStyleCnt="0">
        <dgm:presLayoutVars>
          <dgm:dir/>
          <dgm:animLvl val="lvl"/>
          <dgm:resizeHandles val="exact"/>
        </dgm:presLayoutVars>
      </dgm:prSet>
      <dgm:spPr/>
    </dgm:pt>
    <dgm:pt modelId="{4DEDB056-3762-4D09-B9FB-A2DD0383B987}" type="pres">
      <dgm:prSet presAssocID="{80F07F76-E4E3-4A44-BCBB-5D86CB13EFED}" presName="boxAndChildren" presStyleCnt="0"/>
      <dgm:spPr/>
    </dgm:pt>
    <dgm:pt modelId="{6DF97D24-33C5-4AA1-9B5A-429A6D061B01}" type="pres">
      <dgm:prSet presAssocID="{80F07F76-E4E3-4A44-BCBB-5D86CB13EFED}" presName="parentTextBox" presStyleLbl="node1" presStyleIdx="0" presStyleCnt="3"/>
      <dgm:spPr/>
    </dgm:pt>
    <dgm:pt modelId="{6488B7DD-8EAB-476F-BA31-7DB7D40CC95D}" type="pres">
      <dgm:prSet presAssocID="{80F07F76-E4E3-4A44-BCBB-5D86CB13EFED}" presName="entireBox" presStyleLbl="node1" presStyleIdx="0" presStyleCnt="3"/>
      <dgm:spPr/>
    </dgm:pt>
    <dgm:pt modelId="{D067E078-8A9F-4A3A-9540-A60B73424542}" type="pres">
      <dgm:prSet presAssocID="{80F07F76-E4E3-4A44-BCBB-5D86CB13EFED}" presName="descendantBox" presStyleCnt="0"/>
      <dgm:spPr/>
    </dgm:pt>
    <dgm:pt modelId="{8E1DC488-768A-459A-9FFB-7CCC31BEF116}" type="pres">
      <dgm:prSet presAssocID="{D5D64BD2-B535-4193-A64F-7A4F0CAE529D}" presName="childTextBox" presStyleLbl="fgAccFollowNode1" presStyleIdx="0" presStyleCnt="7">
        <dgm:presLayoutVars>
          <dgm:bulletEnabled val="1"/>
        </dgm:presLayoutVars>
      </dgm:prSet>
      <dgm:spPr/>
    </dgm:pt>
    <dgm:pt modelId="{A3F0C200-CACF-4751-A3D6-69BF496038F2}" type="pres">
      <dgm:prSet presAssocID="{8ECF6153-46B9-4AD3-8EB0-1316BFBFD7CD}" presName="childTextBox" presStyleLbl="fgAccFollowNode1" presStyleIdx="1" presStyleCnt="7">
        <dgm:presLayoutVars>
          <dgm:bulletEnabled val="1"/>
        </dgm:presLayoutVars>
      </dgm:prSet>
      <dgm:spPr/>
    </dgm:pt>
    <dgm:pt modelId="{B4019394-ADCF-4F0A-BFE4-2255DF4799D1}" type="pres">
      <dgm:prSet presAssocID="{C0DE58BF-44A5-4834-BE4F-F69065FD0F5D}" presName="sp" presStyleCnt="0"/>
      <dgm:spPr/>
    </dgm:pt>
    <dgm:pt modelId="{CB51DDB3-CEAF-4405-A6EA-F914108C2367}" type="pres">
      <dgm:prSet presAssocID="{E9DAE5C8-559D-42CD-8086-1AACA2A8E6A6}" presName="arrowAndChildren" presStyleCnt="0"/>
      <dgm:spPr/>
    </dgm:pt>
    <dgm:pt modelId="{D988374B-6B4D-4FBC-A6E8-A70278A4C05B}" type="pres">
      <dgm:prSet presAssocID="{E9DAE5C8-559D-42CD-8086-1AACA2A8E6A6}" presName="parentTextArrow" presStyleLbl="node1" presStyleIdx="0" presStyleCnt="3"/>
      <dgm:spPr/>
    </dgm:pt>
    <dgm:pt modelId="{1A1CB400-21CB-4B76-8AE2-6A6CBDA59A4D}" type="pres">
      <dgm:prSet presAssocID="{E9DAE5C8-559D-42CD-8086-1AACA2A8E6A6}" presName="arrow" presStyleLbl="node1" presStyleIdx="1" presStyleCnt="3"/>
      <dgm:spPr/>
    </dgm:pt>
    <dgm:pt modelId="{EAFD9BF4-7C9A-4DDF-8F73-2E4901684D32}" type="pres">
      <dgm:prSet presAssocID="{E9DAE5C8-559D-42CD-8086-1AACA2A8E6A6}" presName="descendantArrow" presStyleCnt="0"/>
      <dgm:spPr/>
    </dgm:pt>
    <dgm:pt modelId="{02C8DF7A-F811-4C4A-BD0C-B0F57C0107EB}" type="pres">
      <dgm:prSet presAssocID="{4BAFA06C-E452-4788-8313-CCEA95342814}" presName="childTextArrow" presStyleLbl="fgAccFollowNode1" presStyleIdx="2" presStyleCnt="7">
        <dgm:presLayoutVars>
          <dgm:bulletEnabled val="1"/>
        </dgm:presLayoutVars>
      </dgm:prSet>
      <dgm:spPr/>
    </dgm:pt>
    <dgm:pt modelId="{FED5810A-2555-43CB-A975-F13D008E51F3}" type="pres">
      <dgm:prSet presAssocID="{E6A4C175-3B6E-4239-A19E-97E6CE9A993F}" presName="childTextArrow" presStyleLbl="fgAccFollowNode1" presStyleIdx="3" presStyleCnt="7">
        <dgm:presLayoutVars>
          <dgm:bulletEnabled val="1"/>
        </dgm:presLayoutVars>
      </dgm:prSet>
      <dgm:spPr/>
    </dgm:pt>
    <dgm:pt modelId="{25C401DC-8694-4328-BAB9-8164C94FDA25}" type="pres">
      <dgm:prSet presAssocID="{0A1F3386-714E-4F70-B8BC-5EC58486D5AC}" presName="childTextArrow" presStyleLbl="fgAccFollowNode1" presStyleIdx="4" presStyleCnt="7">
        <dgm:presLayoutVars>
          <dgm:bulletEnabled val="1"/>
        </dgm:presLayoutVars>
      </dgm:prSet>
      <dgm:spPr/>
    </dgm:pt>
    <dgm:pt modelId="{BA6179DC-0F9D-4E65-92C2-E3F783457826}" type="pres">
      <dgm:prSet presAssocID="{F40AE20E-73A9-4C2C-B7CC-A9E57D0AF1DC}" presName="sp" presStyleCnt="0"/>
      <dgm:spPr/>
    </dgm:pt>
    <dgm:pt modelId="{5E538F86-ABA6-468A-8182-6B19AC7CA01E}" type="pres">
      <dgm:prSet presAssocID="{A28C9458-0B99-484C-B541-96E8A256BEDA}" presName="arrowAndChildren" presStyleCnt="0"/>
      <dgm:spPr/>
    </dgm:pt>
    <dgm:pt modelId="{2FBC7A32-5DCE-42E6-AB57-349622FBB6D2}" type="pres">
      <dgm:prSet presAssocID="{A28C9458-0B99-484C-B541-96E8A256BEDA}" presName="parentTextArrow" presStyleLbl="node1" presStyleIdx="1" presStyleCnt="3"/>
      <dgm:spPr/>
    </dgm:pt>
    <dgm:pt modelId="{8B870647-9022-4590-A593-5A3AEC0CC9AB}" type="pres">
      <dgm:prSet presAssocID="{A28C9458-0B99-484C-B541-96E8A256BEDA}" presName="arrow" presStyleLbl="node1" presStyleIdx="2" presStyleCnt="3" custLinFactNeighborX="9158" custLinFactNeighborY="-3602"/>
      <dgm:spPr/>
    </dgm:pt>
    <dgm:pt modelId="{95A03C4C-B1C7-4E4A-9C36-E6280C0AD83F}" type="pres">
      <dgm:prSet presAssocID="{A28C9458-0B99-484C-B541-96E8A256BEDA}" presName="descendantArrow" presStyleCnt="0"/>
      <dgm:spPr/>
    </dgm:pt>
    <dgm:pt modelId="{16F2D43F-F5CA-4634-A02D-66D8405EC2B3}" type="pres">
      <dgm:prSet presAssocID="{64D33D97-0C35-4454-BB02-FE174E205F73}" presName="childTextArrow" presStyleLbl="fgAccFollowNode1" presStyleIdx="5" presStyleCnt="7">
        <dgm:presLayoutVars>
          <dgm:bulletEnabled val="1"/>
        </dgm:presLayoutVars>
      </dgm:prSet>
      <dgm:spPr/>
    </dgm:pt>
    <dgm:pt modelId="{0F34D4B7-A8B8-4A70-98AC-3A0C7B8E9385}" type="pres">
      <dgm:prSet presAssocID="{389B5AFF-17F6-418B-8ECC-8C5FF791DE48}" presName="childTextArrow" presStyleLbl="fgAccFollowNode1" presStyleIdx="6" presStyleCnt="7">
        <dgm:presLayoutVars>
          <dgm:bulletEnabled val="1"/>
        </dgm:presLayoutVars>
      </dgm:prSet>
      <dgm:spPr/>
    </dgm:pt>
  </dgm:ptLst>
  <dgm:cxnLst>
    <dgm:cxn modelId="{D9BB5B03-5216-4FCE-8497-FC8B7FF651B2}" srcId="{E9DAE5C8-559D-42CD-8086-1AACA2A8E6A6}" destId="{E6A4C175-3B6E-4239-A19E-97E6CE9A993F}" srcOrd="1" destOrd="0" parTransId="{8BC645F1-82C9-4FF9-A53B-CB1114D1D83B}" sibTransId="{AF245DE8-BCAD-4FA3-835C-C4DE8526E99C}"/>
    <dgm:cxn modelId="{CA3C0E0C-5A53-4625-8406-1B88E23100FD}" type="presOf" srcId="{80F07F76-E4E3-4A44-BCBB-5D86CB13EFED}" destId="{6488B7DD-8EAB-476F-BA31-7DB7D40CC95D}" srcOrd="1" destOrd="0" presId="urn:microsoft.com/office/officeart/2005/8/layout/process4"/>
    <dgm:cxn modelId="{EF9B0B0F-3D96-4D01-9871-AB9EF305C372}" type="presOf" srcId="{4BAFA06C-E452-4788-8313-CCEA95342814}" destId="{02C8DF7A-F811-4C4A-BD0C-B0F57C0107EB}" srcOrd="0" destOrd="0" presId="urn:microsoft.com/office/officeart/2005/8/layout/process4"/>
    <dgm:cxn modelId="{EE1F6113-BED5-48D4-B69A-2FF141EA798E}" type="presOf" srcId="{E6A4C175-3B6E-4239-A19E-97E6CE9A993F}" destId="{FED5810A-2555-43CB-A975-F13D008E51F3}" srcOrd="0" destOrd="0" presId="urn:microsoft.com/office/officeart/2005/8/layout/process4"/>
    <dgm:cxn modelId="{7B96B51B-F803-40CB-808A-CD46A2108276}" type="presOf" srcId="{389B5AFF-17F6-418B-8ECC-8C5FF791DE48}" destId="{0F34D4B7-A8B8-4A70-98AC-3A0C7B8E9385}" srcOrd="0" destOrd="0" presId="urn:microsoft.com/office/officeart/2005/8/layout/process4"/>
    <dgm:cxn modelId="{FEE88C1F-6ABC-463C-BF79-9565FC83E125}" type="presOf" srcId="{0E983F4D-95CD-4457-8B5B-F13ED90A9DA0}" destId="{C7E72B42-3487-49F2-85EB-B51C7AF95601}" srcOrd="0" destOrd="0" presId="urn:microsoft.com/office/officeart/2005/8/layout/process4"/>
    <dgm:cxn modelId="{04706729-0003-4E44-B278-33F4D8597574}" type="presOf" srcId="{A28C9458-0B99-484C-B541-96E8A256BEDA}" destId="{2FBC7A32-5DCE-42E6-AB57-349622FBB6D2}" srcOrd="0" destOrd="0" presId="urn:microsoft.com/office/officeart/2005/8/layout/process4"/>
    <dgm:cxn modelId="{1D25B139-4110-4DC7-9442-6B73D2EEA92B}" srcId="{80F07F76-E4E3-4A44-BCBB-5D86CB13EFED}" destId="{8ECF6153-46B9-4AD3-8EB0-1316BFBFD7CD}" srcOrd="1" destOrd="0" parTransId="{AD97645C-9217-4463-B080-08FD83C920A8}" sibTransId="{4AAB2393-AFD6-41FF-82E3-7CA8500713DA}"/>
    <dgm:cxn modelId="{B887E05B-72F8-4C58-851E-1F898053B499}" type="presOf" srcId="{64D33D97-0C35-4454-BB02-FE174E205F73}" destId="{16F2D43F-F5CA-4634-A02D-66D8405EC2B3}" srcOrd="0" destOrd="0" presId="urn:microsoft.com/office/officeart/2005/8/layout/process4"/>
    <dgm:cxn modelId="{63957744-265D-41F7-AB63-C5BD6888C24E}" type="presOf" srcId="{D5D64BD2-B535-4193-A64F-7A4F0CAE529D}" destId="{8E1DC488-768A-459A-9FFB-7CCC31BEF116}" srcOrd="0" destOrd="0" presId="urn:microsoft.com/office/officeart/2005/8/layout/process4"/>
    <dgm:cxn modelId="{FFE5A750-AD87-4531-8C3E-D0395D4B8319}" srcId="{0E983F4D-95CD-4457-8B5B-F13ED90A9DA0}" destId="{80F07F76-E4E3-4A44-BCBB-5D86CB13EFED}" srcOrd="2" destOrd="0" parTransId="{939C130D-C38A-4585-9771-B8FAFD106475}" sibTransId="{5C1CFA5B-9581-4E88-A01C-81A23DCCFE48}"/>
    <dgm:cxn modelId="{892FC955-5066-46E1-8531-2EB4F6168C03}" srcId="{80F07F76-E4E3-4A44-BCBB-5D86CB13EFED}" destId="{D5D64BD2-B535-4193-A64F-7A4F0CAE529D}" srcOrd="0" destOrd="0" parTransId="{B4640471-CAC0-4E3A-8A49-41DBF8E7E45E}" sibTransId="{04A7BC06-EDB9-4802-8C21-BA9C761C2B9C}"/>
    <dgm:cxn modelId="{EB0CB37D-556F-449F-977B-FBD3EF93D228}" type="presOf" srcId="{E9DAE5C8-559D-42CD-8086-1AACA2A8E6A6}" destId="{D988374B-6B4D-4FBC-A6E8-A70278A4C05B}" srcOrd="0" destOrd="0" presId="urn:microsoft.com/office/officeart/2005/8/layout/process4"/>
    <dgm:cxn modelId="{BA139C8A-185B-4E49-9B77-1E88C0F36F21}" type="presOf" srcId="{80F07F76-E4E3-4A44-BCBB-5D86CB13EFED}" destId="{6DF97D24-33C5-4AA1-9B5A-429A6D061B01}" srcOrd="0" destOrd="0" presId="urn:microsoft.com/office/officeart/2005/8/layout/process4"/>
    <dgm:cxn modelId="{149E5196-162E-4241-902E-F7FA327B2B8D}" srcId="{0E983F4D-95CD-4457-8B5B-F13ED90A9DA0}" destId="{A28C9458-0B99-484C-B541-96E8A256BEDA}" srcOrd="0" destOrd="0" parTransId="{9959DB3F-163E-4B84-8B5B-C1D4CA29EE94}" sibTransId="{F40AE20E-73A9-4C2C-B7CC-A9E57D0AF1DC}"/>
    <dgm:cxn modelId="{2C8DB997-258E-4F72-93D8-B1D56DF8C34C}" type="presOf" srcId="{E9DAE5C8-559D-42CD-8086-1AACA2A8E6A6}" destId="{1A1CB400-21CB-4B76-8AE2-6A6CBDA59A4D}" srcOrd="1" destOrd="0" presId="urn:microsoft.com/office/officeart/2005/8/layout/process4"/>
    <dgm:cxn modelId="{BB92BCA3-AE58-4CD9-9FC3-CA01948FAC06}" srcId="{E9DAE5C8-559D-42CD-8086-1AACA2A8E6A6}" destId="{4BAFA06C-E452-4788-8313-CCEA95342814}" srcOrd="0" destOrd="0" parTransId="{E210501D-874A-4F22-8D2D-C579A7025A99}" sibTransId="{435842AF-E170-4879-96BF-F25F90C20472}"/>
    <dgm:cxn modelId="{898FDEA9-C7CA-4DA6-8EBA-4D8723F926B0}" srcId="{A28C9458-0B99-484C-B541-96E8A256BEDA}" destId="{389B5AFF-17F6-418B-8ECC-8C5FF791DE48}" srcOrd="1" destOrd="0" parTransId="{8F1D8CB8-F9F9-4F01-AEB7-7C9C1ED4E843}" sibTransId="{A4A6E5E4-9C24-4F56-A272-23667EAE5343}"/>
    <dgm:cxn modelId="{575883C3-4CE5-4F45-99CA-7424066A0861}" srcId="{E9DAE5C8-559D-42CD-8086-1AACA2A8E6A6}" destId="{0A1F3386-714E-4F70-B8BC-5EC58486D5AC}" srcOrd="2" destOrd="0" parTransId="{355D4FD9-F7D1-44D8-AE9D-239CCA0BF7AA}" sibTransId="{BB980A2D-A767-4CDA-8516-CA817B223841}"/>
    <dgm:cxn modelId="{40E0B8C5-41AA-4BC7-AC3B-D380F8718019}" type="presOf" srcId="{8ECF6153-46B9-4AD3-8EB0-1316BFBFD7CD}" destId="{A3F0C200-CACF-4751-A3D6-69BF496038F2}" srcOrd="0" destOrd="0" presId="urn:microsoft.com/office/officeart/2005/8/layout/process4"/>
    <dgm:cxn modelId="{0DA0C9D7-2576-464E-92C3-36077B73A330}" srcId="{0E983F4D-95CD-4457-8B5B-F13ED90A9DA0}" destId="{E9DAE5C8-559D-42CD-8086-1AACA2A8E6A6}" srcOrd="1" destOrd="0" parTransId="{68C6F59F-7053-4385-AE6B-809F401E80CD}" sibTransId="{C0DE58BF-44A5-4834-BE4F-F69065FD0F5D}"/>
    <dgm:cxn modelId="{42A9FFD9-77B2-4562-A0AD-6D6025C3E9BA}" type="presOf" srcId="{A28C9458-0B99-484C-B541-96E8A256BEDA}" destId="{8B870647-9022-4590-A593-5A3AEC0CC9AB}" srcOrd="1" destOrd="0" presId="urn:microsoft.com/office/officeart/2005/8/layout/process4"/>
    <dgm:cxn modelId="{D71A40DA-05CD-4605-8E1B-71E5DB20FB86}" srcId="{A28C9458-0B99-484C-B541-96E8A256BEDA}" destId="{64D33D97-0C35-4454-BB02-FE174E205F73}" srcOrd="0" destOrd="0" parTransId="{7F044967-76DE-445A-B500-04DC662691E5}" sibTransId="{077B1F91-BA92-4602-A824-25EFFF6200E7}"/>
    <dgm:cxn modelId="{184E6DF7-96AA-456A-8EE9-C82638F74DF4}" type="presOf" srcId="{0A1F3386-714E-4F70-B8BC-5EC58486D5AC}" destId="{25C401DC-8694-4328-BAB9-8164C94FDA25}" srcOrd="0" destOrd="0" presId="urn:microsoft.com/office/officeart/2005/8/layout/process4"/>
    <dgm:cxn modelId="{B558A824-E697-4AE0-8FD1-148721C19548}" type="presParOf" srcId="{C7E72B42-3487-49F2-85EB-B51C7AF95601}" destId="{4DEDB056-3762-4D09-B9FB-A2DD0383B987}" srcOrd="0" destOrd="0" presId="urn:microsoft.com/office/officeart/2005/8/layout/process4"/>
    <dgm:cxn modelId="{E2A6CF44-5A22-4C59-8C92-ABADD748C162}" type="presParOf" srcId="{4DEDB056-3762-4D09-B9FB-A2DD0383B987}" destId="{6DF97D24-33C5-4AA1-9B5A-429A6D061B01}" srcOrd="0" destOrd="0" presId="urn:microsoft.com/office/officeart/2005/8/layout/process4"/>
    <dgm:cxn modelId="{AB1C98ED-F0D1-49C4-80E0-E35B3325EBC1}" type="presParOf" srcId="{4DEDB056-3762-4D09-B9FB-A2DD0383B987}" destId="{6488B7DD-8EAB-476F-BA31-7DB7D40CC95D}" srcOrd="1" destOrd="0" presId="urn:microsoft.com/office/officeart/2005/8/layout/process4"/>
    <dgm:cxn modelId="{F7CB0024-C065-4731-86ED-2A1934731EA8}" type="presParOf" srcId="{4DEDB056-3762-4D09-B9FB-A2DD0383B987}" destId="{D067E078-8A9F-4A3A-9540-A60B73424542}" srcOrd="2" destOrd="0" presId="urn:microsoft.com/office/officeart/2005/8/layout/process4"/>
    <dgm:cxn modelId="{6D9F5ECB-E0CE-429B-A985-6404F5B3DC28}" type="presParOf" srcId="{D067E078-8A9F-4A3A-9540-A60B73424542}" destId="{8E1DC488-768A-459A-9FFB-7CCC31BEF116}" srcOrd="0" destOrd="0" presId="urn:microsoft.com/office/officeart/2005/8/layout/process4"/>
    <dgm:cxn modelId="{AD9E96AD-7687-472A-ABE0-6DEE470ED315}" type="presParOf" srcId="{D067E078-8A9F-4A3A-9540-A60B73424542}" destId="{A3F0C200-CACF-4751-A3D6-69BF496038F2}" srcOrd="1" destOrd="0" presId="urn:microsoft.com/office/officeart/2005/8/layout/process4"/>
    <dgm:cxn modelId="{02256887-771E-42F7-ACDF-F82E330B213B}" type="presParOf" srcId="{C7E72B42-3487-49F2-85EB-B51C7AF95601}" destId="{B4019394-ADCF-4F0A-BFE4-2255DF4799D1}" srcOrd="1" destOrd="0" presId="urn:microsoft.com/office/officeart/2005/8/layout/process4"/>
    <dgm:cxn modelId="{CAB322CC-C642-41DD-A65C-449AE38AC8BE}" type="presParOf" srcId="{C7E72B42-3487-49F2-85EB-B51C7AF95601}" destId="{CB51DDB3-CEAF-4405-A6EA-F914108C2367}" srcOrd="2" destOrd="0" presId="urn:microsoft.com/office/officeart/2005/8/layout/process4"/>
    <dgm:cxn modelId="{1EBA535F-834C-4B27-AB1D-A7BDABDAEB53}" type="presParOf" srcId="{CB51DDB3-CEAF-4405-A6EA-F914108C2367}" destId="{D988374B-6B4D-4FBC-A6E8-A70278A4C05B}" srcOrd="0" destOrd="0" presId="urn:microsoft.com/office/officeart/2005/8/layout/process4"/>
    <dgm:cxn modelId="{F817C88F-8C8C-43E1-B16E-4FE9F9998620}" type="presParOf" srcId="{CB51DDB3-CEAF-4405-A6EA-F914108C2367}" destId="{1A1CB400-21CB-4B76-8AE2-6A6CBDA59A4D}" srcOrd="1" destOrd="0" presId="urn:microsoft.com/office/officeart/2005/8/layout/process4"/>
    <dgm:cxn modelId="{7B22B759-08E7-45E6-8810-F4C90266A6A1}" type="presParOf" srcId="{CB51DDB3-CEAF-4405-A6EA-F914108C2367}" destId="{EAFD9BF4-7C9A-4DDF-8F73-2E4901684D32}" srcOrd="2" destOrd="0" presId="urn:microsoft.com/office/officeart/2005/8/layout/process4"/>
    <dgm:cxn modelId="{2F77C608-0652-431B-A60C-38407093ECEF}" type="presParOf" srcId="{EAFD9BF4-7C9A-4DDF-8F73-2E4901684D32}" destId="{02C8DF7A-F811-4C4A-BD0C-B0F57C0107EB}" srcOrd="0" destOrd="0" presId="urn:microsoft.com/office/officeart/2005/8/layout/process4"/>
    <dgm:cxn modelId="{5F286BA4-A799-45C3-AA09-38A528A687AD}" type="presParOf" srcId="{EAFD9BF4-7C9A-4DDF-8F73-2E4901684D32}" destId="{FED5810A-2555-43CB-A975-F13D008E51F3}" srcOrd="1" destOrd="0" presId="urn:microsoft.com/office/officeart/2005/8/layout/process4"/>
    <dgm:cxn modelId="{406423C1-54EA-4F88-B8D6-151DF266C577}" type="presParOf" srcId="{EAFD9BF4-7C9A-4DDF-8F73-2E4901684D32}" destId="{25C401DC-8694-4328-BAB9-8164C94FDA25}" srcOrd="2" destOrd="0" presId="urn:microsoft.com/office/officeart/2005/8/layout/process4"/>
    <dgm:cxn modelId="{4B009AE9-3F9E-4F95-AB4F-D601F15262D6}" type="presParOf" srcId="{C7E72B42-3487-49F2-85EB-B51C7AF95601}" destId="{BA6179DC-0F9D-4E65-92C2-E3F783457826}" srcOrd="3" destOrd="0" presId="urn:microsoft.com/office/officeart/2005/8/layout/process4"/>
    <dgm:cxn modelId="{E39EB3A4-8AEB-46A0-94CE-B6EF9E80B743}" type="presParOf" srcId="{C7E72B42-3487-49F2-85EB-B51C7AF95601}" destId="{5E538F86-ABA6-468A-8182-6B19AC7CA01E}" srcOrd="4" destOrd="0" presId="urn:microsoft.com/office/officeart/2005/8/layout/process4"/>
    <dgm:cxn modelId="{99B5AE4A-BDF2-4890-9224-0DBCC4306413}" type="presParOf" srcId="{5E538F86-ABA6-468A-8182-6B19AC7CA01E}" destId="{2FBC7A32-5DCE-42E6-AB57-349622FBB6D2}" srcOrd="0" destOrd="0" presId="urn:microsoft.com/office/officeart/2005/8/layout/process4"/>
    <dgm:cxn modelId="{91B3DE77-0A43-4140-A5CF-FCD6087FBAD5}" type="presParOf" srcId="{5E538F86-ABA6-468A-8182-6B19AC7CA01E}" destId="{8B870647-9022-4590-A593-5A3AEC0CC9AB}" srcOrd="1" destOrd="0" presId="urn:microsoft.com/office/officeart/2005/8/layout/process4"/>
    <dgm:cxn modelId="{7028BB60-1B97-4B8E-B145-401E1A93FEBA}" type="presParOf" srcId="{5E538F86-ABA6-468A-8182-6B19AC7CA01E}" destId="{95A03C4C-B1C7-4E4A-9C36-E6280C0AD83F}" srcOrd="2" destOrd="0" presId="urn:microsoft.com/office/officeart/2005/8/layout/process4"/>
    <dgm:cxn modelId="{5AAF2A73-937D-4FD0-B0B3-91129ADA7CF6}" type="presParOf" srcId="{95A03C4C-B1C7-4E4A-9C36-E6280C0AD83F}" destId="{16F2D43F-F5CA-4634-A02D-66D8405EC2B3}" srcOrd="0" destOrd="0" presId="urn:microsoft.com/office/officeart/2005/8/layout/process4"/>
    <dgm:cxn modelId="{46D0B78B-D3E5-42AA-B573-1990221748E5}" type="presParOf" srcId="{95A03C4C-B1C7-4E4A-9C36-E6280C0AD83F}" destId="{0F34D4B7-A8B8-4A70-98AC-3A0C7B8E9385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3F0E7-14A2-4DE4-BF3C-8C6670F0BA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002CDD-1E2C-4B04-8283-6D6CEED5E334}">
      <dgm:prSet phldrT="[Text]"/>
      <dgm:spPr/>
      <dgm:t>
        <a:bodyPr/>
        <a:lstStyle/>
        <a:p>
          <a:r>
            <a:rPr lang="en-US" dirty="0"/>
            <a:t>Ball Detection:</a:t>
          </a:r>
        </a:p>
      </dgm:t>
    </dgm:pt>
    <dgm:pt modelId="{75A06247-8D7B-4E3F-88B7-444FCBFB3BF8}" type="parTrans" cxnId="{CA14C80C-6604-4B1B-B7FA-62D630D055DB}">
      <dgm:prSet/>
      <dgm:spPr/>
      <dgm:t>
        <a:bodyPr/>
        <a:lstStyle/>
        <a:p>
          <a:endParaRPr lang="en-US"/>
        </a:p>
      </dgm:t>
    </dgm:pt>
    <dgm:pt modelId="{37C5C42A-9A2F-48A1-B6B4-31ECE136460C}" type="sibTrans" cxnId="{CA14C80C-6604-4B1B-B7FA-62D630D055DB}">
      <dgm:prSet/>
      <dgm:spPr/>
      <dgm:t>
        <a:bodyPr/>
        <a:lstStyle/>
        <a:p>
          <a:endParaRPr lang="en-US"/>
        </a:p>
      </dgm:t>
    </dgm:pt>
    <dgm:pt modelId="{38F7C080-FAE9-4A36-AB05-3C245F3D7749}">
      <dgm:prSet phldrT="[Text]"/>
      <dgm:spPr/>
      <dgm:t>
        <a:bodyPr/>
        <a:lstStyle/>
        <a:p>
          <a:r>
            <a:rPr lang="en-US" dirty="0"/>
            <a:t> Hough Circle Transform with adaptive params</a:t>
          </a:r>
        </a:p>
      </dgm:t>
    </dgm:pt>
    <dgm:pt modelId="{F601ECFF-0CD3-4F1D-908A-AC81EDD8906D}" type="parTrans" cxnId="{D0540A12-700E-47E9-8EEF-627F2145CF45}">
      <dgm:prSet/>
      <dgm:spPr/>
      <dgm:t>
        <a:bodyPr/>
        <a:lstStyle/>
        <a:p>
          <a:endParaRPr lang="en-US"/>
        </a:p>
      </dgm:t>
    </dgm:pt>
    <dgm:pt modelId="{9788F335-CAEE-43A0-8F71-291E73291DEA}" type="sibTrans" cxnId="{D0540A12-700E-47E9-8EEF-627F2145CF45}">
      <dgm:prSet/>
      <dgm:spPr/>
      <dgm:t>
        <a:bodyPr/>
        <a:lstStyle/>
        <a:p>
          <a:endParaRPr lang="en-US"/>
        </a:p>
      </dgm:t>
    </dgm:pt>
    <dgm:pt modelId="{069E02E2-D36A-4906-AB45-0F9AFF7C511F}">
      <dgm:prSet phldrT="[Text]"/>
      <dgm:spPr/>
      <dgm:t>
        <a:bodyPr/>
        <a:lstStyle/>
        <a:p>
          <a:r>
            <a:rPr lang="en-US" dirty="0"/>
            <a:t>Process noise: Q = 10⁻³ · I</a:t>
          </a:r>
        </a:p>
      </dgm:t>
    </dgm:pt>
    <dgm:pt modelId="{A8C3E2CE-A276-4DA5-8142-1D57EC6C2288}" type="parTrans" cxnId="{8921346B-676A-4049-B106-964851BB5E38}">
      <dgm:prSet/>
      <dgm:spPr/>
      <dgm:t>
        <a:bodyPr/>
        <a:lstStyle/>
        <a:p>
          <a:endParaRPr lang="en-US"/>
        </a:p>
      </dgm:t>
    </dgm:pt>
    <dgm:pt modelId="{D9D3236F-640F-4996-847C-C8ADAD786A76}" type="sibTrans" cxnId="{8921346B-676A-4049-B106-964851BB5E38}">
      <dgm:prSet/>
      <dgm:spPr/>
      <dgm:t>
        <a:bodyPr/>
        <a:lstStyle/>
        <a:p>
          <a:endParaRPr lang="en-US"/>
        </a:p>
      </dgm:t>
    </dgm:pt>
    <dgm:pt modelId="{CB757353-C5C9-434F-8A45-554BEC48D6AC}">
      <dgm:prSet phldrT="[Text]"/>
      <dgm:spPr/>
      <dgm:t>
        <a:bodyPr/>
        <a:lstStyle/>
        <a:p>
          <a:r>
            <a:rPr lang="en-US" dirty="0"/>
            <a:t>Measurement noise: R = 5 · I</a:t>
          </a:r>
        </a:p>
      </dgm:t>
    </dgm:pt>
    <dgm:pt modelId="{32707B5C-73A3-4E10-8A6B-A4BBC36C172C}" type="parTrans" cxnId="{D0CD7F2E-86E6-4861-A912-773B0AF3AFA5}">
      <dgm:prSet/>
      <dgm:spPr/>
      <dgm:t>
        <a:bodyPr/>
        <a:lstStyle/>
        <a:p>
          <a:endParaRPr lang="en-US"/>
        </a:p>
      </dgm:t>
    </dgm:pt>
    <dgm:pt modelId="{17907FC6-4FB0-4F38-890E-2FE3CC361B9F}" type="sibTrans" cxnId="{D0CD7F2E-86E6-4861-A912-773B0AF3AFA5}">
      <dgm:prSet/>
      <dgm:spPr/>
      <dgm:t>
        <a:bodyPr/>
        <a:lstStyle/>
        <a:p>
          <a:endParaRPr lang="en-US"/>
        </a:p>
      </dgm:t>
    </dgm:pt>
    <dgm:pt modelId="{3D6C0A96-10D6-48E7-9B9D-0C5C800617FE}">
      <dgm:prSet phldrT="[Text]"/>
      <dgm:spPr/>
      <dgm:t>
        <a:bodyPr/>
        <a:lstStyle/>
        <a:p>
          <a:r>
            <a:rPr lang="en-US" dirty="0"/>
            <a:t>Event Thresholds:</a:t>
          </a:r>
        </a:p>
      </dgm:t>
    </dgm:pt>
    <dgm:pt modelId="{E6B7B6E7-67A5-4431-BFE7-E9CCB4CCC66C}" type="parTrans" cxnId="{3BAE3542-E963-4B54-A016-E8B03B10CA78}">
      <dgm:prSet/>
      <dgm:spPr/>
      <dgm:t>
        <a:bodyPr/>
        <a:lstStyle/>
        <a:p>
          <a:endParaRPr lang="en-US"/>
        </a:p>
      </dgm:t>
    </dgm:pt>
    <dgm:pt modelId="{114ACD30-0DFE-46BD-BE5B-E054C331DE90}" type="sibTrans" cxnId="{3BAE3542-E963-4B54-A016-E8B03B10CA78}">
      <dgm:prSet/>
      <dgm:spPr/>
      <dgm:t>
        <a:bodyPr/>
        <a:lstStyle/>
        <a:p>
          <a:endParaRPr lang="en-US"/>
        </a:p>
      </dgm:t>
    </dgm:pt>
    <dgm:pt modelId="{B43E4ECE-F92C-42E3-8254-95CA8A046AD4}">
      <dgm:prSet phldrT="[Text]"/>
      <dgm:spPr/>
      <dgm:t>
        <a:bodyPr/>
        <a:lstStyle/>
        <a:p>
          <a:r>
            <a:rPr lang="en-US" dirty="0"/>
            <a:t>Bounce acceleration: 1500 </a:t>
          </a:r>
          <a:r>
            <a:rPr lang="en-US" dirty="0" err="1"/>
            <a:t>px</a:t>
          </a:r>
          <a:r>
            <a:rPr lang="en-US" dirty="0"/>
            <a:t>/s²</a:t>
          </a:r>
        </a:p>
      </dgm:t>
    </dgm:pt>
    <dgm:pt modelId="{59EFBF1B-85DA-41BF-BAE9-0C42C292A0D0}" type="parTrans" cxnId="{735EE559-B20A-44D0-A123-D579608E2C7F}">
      <dgm:prSet/>
      <dgm:spPr/>
      <dgm:t>
        <a:bodyPr/>
        <a:lstStyle/>
        <a:p>
          <a:endParaRPr lang="en-US"/>
        </a:p>
      </dgm:t>
    </dgm:pt>
    <dgm:pt modelId="{03966621-ACDC-4540-8D3A-7BE3BE600BEF}" type="sibTrans" cxnId="{735EE559-B20A-44D0-A123-D579608E2C7F}">
      <dgm:prSet/>
      <dgm:spPr/>
      <dgm:t>
        <a:bodyPr/>
        <a:lstStyle/>
        <a:p>
          <a:endParaRPr lang="en-US"/>
        </a:p>
      </dgm:t>
    </dgm:pt>
    <dgm:pt modelId="{FA455BE8-F252-4F43-86F9-0DFD92AE93C6}">
      <dgm:prSet phldrT="[Text]"/>
      <dgm:spPr/>
      <dgm:t>
        <a:bodyPr/>
        <a:lstStyle/>
        <a:p>
          <a:r>
            <a:rPr lang="en-US" dirty="0"/>
            <a:t>Contact proximity: 50 pixels</a:t>
          </a:r>
        </a:p>
      </dgm:t>
    </dgm:pt>
    <dgm:pt modelId="{34033AC1-C6FD-49A7-A8B9-108923303BE7}" type="parTrans" cxnId="{32CC00DF-A253-4FAC-B5E6-D5AFD3D36813}">
      <dgm:prSet/>
      <dgm:spPr/>
      <dgm:t>
        <a:bodyPr/>
        <a:lstStyle/>
        <a:p>
          <a:endParaRPr lang="en-US"/>
        </a:p>
      </dgm:t>
    </dgm:pt>
    <dgm:pt modelId="{DE18103B-8D70-4D25-89E7-A6DCBD0BA641}" type="sibTrans" cxnId="{32CC00DF-A253-4FAC-B5E6-D5AFD3D36813}">
      <dgm:prSet/>
      <dgm:spPr/>
      <dgm:t>
        <a:bodyPr/>
        <a:lstStyle/>
        <a:p>
          <a:endParaRPr lang="en-US"/>
        </a:p>
      </dgm:t>
    </dgm:pt>
    <dgm:pt modelId="{7FAE6B62-34BC-4E2D-A299-2A99C26ADB8D}">
      <dgm:prSet phldrT="[Text]"/>
      <dgm:spPr/>
      <dgm:t>
        <a:bodyPr/>
        <a:lstStyle/>
        <a:p>
          <a:r>
            <a:rPr lang="en-US" dirty="0"/>
            <a:t>Kalman Tuning:</a:t>
          </a:r>
        </a:p>
      </dgm:t>
    </dgm:pt>
    <dgm:pt modelId="{6C02D99B-3963-41BB-8693-ADA1249DBA6A}" type="parTrans" cxnId="{B8FB72F1-4337-4333-ACA4-B00EEDF3AEE4}">
      <dgm:prSet/>
      <dgm:spPr/>
      <dgm:t>
        <a:bodyPr/>
        <a:lstStyle/>
        <a:p>
          <a:endParaRPr lang="en-US"/>
        </a:p>
      </dgm:t>
    </dgm:pt>
    <dgm:pt modelId="{AFDF3C4C-ABFB-414B-A98A-A05940C81363}" type="sibTrans" cxnId="{B8FB72F1-4337-4333-ACA4-B00EEDF3AEE4}">
      <dgm:prSet/>
      <dgm:spPr/>
      <dgm:t>
        <a:bodyPr/>
        <a:lstStyle/>
        <a:p>
          <a:endParaRPr lang="en-US"/>
        </a:p>
      </dgm:t>
    </dgm:pt>
    <dgm:pt modelId="{64A0A415-D5BA-4C39-9C30-DC94506BDD2C}">
      <dgm:prSet/>
      <dgm:spPr/>
      <dgm:t>
        <a:bodyPr/>
        <a:lstStyle/>
        <a:p>
          <a:r>
            <a:rPr lang="en-US" dirty="0"/>
            <a:t>Radius: 5-15 pixels</a:t>
          </a:r>
        </a:p>
      </dgm:t>
    </dgm:pt>
    <dgm:pt modelId="{6FD571AE-6A3F-4D82-892E-6B32AAA90E09}" type="parTrans" cxnId="{C00A5262-FF0A-42C9-910B-F02A0DCC961E}">
      <dgm:prSet/>
      <dgm:spPr/>
      <dgm:t>
        <a:bodyPr/>
        <a:lstStyle/>
        <a:p>
          <a:endParaRPr lang="en-US"/>
        </a:p>
      </dgm:t>
    </dgm:pt>
    <dgm:pt modelId="{4B682BD2-D992-4287-909F-14778AC861DF}" type="sibTrans" cxnId="{C00A5262-FF0A-42C9-910B-F02A0DCC961E}">
      <dgm:prSet/>
      <dgm:spPr/>
      <dgm:t>
        <a:bodyPr/>
        <a:lstStyle/>
        <a:p>
          <a:endParaRPr lang="en-US"/>
        </a:p>
      </dgm:t>
    </dgm:pt>
    <dgm:pt modelId="{72AA39B8-BB55-4A5E-846A-54606F885FC7}">
      <dgm:prSet/>
      <dgm:spPr/>
      <dgm:t>
        <a:bodyPr/>
        <a:lstStyle/>
        <a:p>
          <a:r>
            <a:rPr lang="en-US"/>
            <a:t>Background subtraction</a:t>
          </a:r>
          <a:endParaRPr lang="en-US" dirty="0"/>
        </a:p>
      </dgm:t>
    </dgm:pt>
    <dgm:pt modelId="{5E276ACD-7F05-4CED-B430-DF686C6D223E}" type="parTrans" cxnId="{210B2A12-E5DE-4BF5-BF62-6FBE5B70BEEC}">
      <dgm:prSet/>
      <dgm:spPr/>
      <dgm:t>
        <a:bodyPr/>
        <a:lstStyle/>
        <a:p>
          <a:endParaRPr lang="en-US"/>
        </a:p>
      </dgm:t>
    </dgm:pt>
    <dgm:pt modelId="{098D02BB-0223-41D8-9FD3-23E9EA505F4D}" type="sibTrans" cxnId="{210B2A12-E5DE-4BF5-BF62-6FBE5B70BEEC}">
      <dgm:prSet/>
      <dgm:spPr/>
      <dgm:t>
        <a:bodyPr/>
        <a:lstStyle/>
        <a:p>
          <a:endParaRPr lang="en-US"/>
        </a:p>
      </dgm:t>
    </dgm:pt>
    <dgm:pt modelId="{BE46C750-E7AC-4211-BDAE-D4D4F0FD2F94}">
      <dgm:prSet phldrT="[Text]"/>
      <dgm:spPr/>
      <dgm:t>
        <a:bodyPr/>
        <a:lstStyle/>
        <a:p>
          <a:r>
            <a:rPr lang="en-US"/>
            <a:t>Re-init on gaps &gt; 10 frames</a:t>
          </a:r>
          <a:endParaRPr lang="en-US" dirty="0"/>
        </a:p>
      </dgm:t>
    </dgm:pt>
    <dgm:pt modelId="{430756EF-D8F9-42B4-8192-B50D242198A2}" type="parTrans" cxnId="{260CFF80-837E-46FC-AD96-75684B3B872F}">
      <dgm:prSet/>
      <dgm:spPr/>
      <dgm:t>
        <a:bodyPr/>
        <a:lstStyle/>
        <a:p>
          <a:endParaRPr lang="en-US"/>
        </a:p>
      </dgm:t>
    </dgm:pt>
    <dgm:pt modelId="{D698588A-EB02-43BE-9585-494CA629F420}" type="sibTrans" cxnId="{260CFF80-837E-46FC-AD96-75684B3B872F}">
      <dgm:prSet/>
      <dgm:spPr/>
      <dgm:t>
        <a:bodyPr/>
        <a:lstStyle/>
        <a:p>
          <a:endParaRPr lang="en-US"/>
        </a:p>
      </dgm:t>
    </dgm:pt>
    <dgm:pt modelId="{A06AB200-46CC-4F5F-B44E-584F25AF9E78}" type="pres">
      <dgm:prSet presAssocID="{96B3F0E7-14A2-4DE4-BF3C-8C6670F0BA13}" presName="linearFlow" presStyleCnt="0">
        <dgm:presLayoutVars>
          <dgm:dir/>
          <dgm:animLvl val="lvl"/>
          <dgm:resizeHandles val="exact"/>
        </dgm:presLayoutVars>
      </dgm:prSet>
      <dgm:spPr/>
    </dgm:pt>
    <dgm:pt modelId="{851C8E64-08DE-4341-8999-5E711DACDDDA}" type="pres">
      <dgm:prSet presAssocID="{1E002CDD-1E2C-4B04-8283-6D6CEED5E334}" presName="composite" presStyleCnt="0"/>
      <dgm:spPr/>
    </dgm:pt>
    <dgm:pt modelId="{5E7998C6-F77D-41FB-8EE2-89C8C57FDD53}" type="pres">
      <dgm:prSet presAssocID="{1E002CDD-1E2C-4B04-8283-6D6CEED5E334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A1C50D0-F954-4C08-92B5-129D4AC71766}" type="pres">
      <dgm:prSet presAssocID="{1E002CDD-1E2C-4B04-8283-6D6CEED5E334}" presName="descendantText" presStyleLbl="alignAcc1" presStyleIdx="0" presStyleCnt="3" custLinFactNeighborX="0" custLinFactNeighborY="-10462">
        <dgm:presLayoutVars>
          <dgm:bulletEnabled val="1"/>
        </dgm:presLayoutVars>
      </dgm:prSet>
      <dgm:spPr/>
    </dgm:pt>
    <dgm:pt modelId="{1B2C2FE3-50C3-4DEB-90AD-4A01CA2CF32E}" type="pres">
      <dgm:prSet presAssocID="{37C5C42A-9A2F-48A1-B6B4-31ECE136460C}" presName="sp" presStyleCnt="0"/>
      <dgm:spPr/>
    </dgm:pt>
    <dgm:pt modelId="{B9152FE4-4203-44EE-9343-C11BC4D6912B}" type="pres">
      <dgm:prSet presAssocID="{7FAE6B62-34BC-4E2D-A299-2A99C26ADB8D}" presName="composite" presStyleCnt="0"/>
      <dgm:spPr/>
    </dgm:pt>
    <dgm:pt modelId="{20B77AE9-E80F-445A-B7C4-0911B6291135}" type="pres">
      <dgm:prSet presAssocID="{7FAE6B62-34BC-4E2D-A299-2A99C26ADB8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BC66FD8-1BAD-4674-9B1A-D642AB35A759}" type="pres">
      <dgm:prSet presAssocID="{7FAE6B62-34BC-4E2D-A299-2A99C26ADB8D}" presName="descendantText" presStyleLbl="alignAcc1" presStyleIdx="1" presStyleCnt="3">
        <dgm:presLayoutVars>
          <dgm:bulletEnabled val="1"/>
        </dgm:presLayoutVars>
      </dgm:prSet>
      <dgm:spPr/>
    </dgm:pt>
    <dgm:pt modelId="{E05FF4F3-F4CB-43AC-99B5-88FFC1B1D053}" type="pres">
      <dgm:prSet presAssocID="{AFDF3C4C-ABFB-414B-A98A-A05940C81363}" presName="sp" presStyleCnt="0"/>
      <dgm:spPr/>
    </dgm:pt>
    <dgm:pt modelId="{D4477A4C-E3A1-4AA9-A374-65D74C39EE2F}" type="pres">
      <dgm:prSet presAssocID="{3D6C0A96-10D6-48E7-9B9D-0C5C800617FE}" presName="composite" presStyleCnt="0"/>
      <dgm:spPr/>
    </dgm:pt>
    <dgm:pt modelId="{62E18535-7593-4949-B1A7-699CF8CC9649}" type="pres">
      <dgm:prSet presAssocID="{3D6C0A96-10D6-48E7-9B9D-0C5C800617F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BAA6F9F-F2C1-4B1E-8E7A-0EE45D7BD107}" type="pres">
      <dgm:prSet presAssocID="{3D6C0A96-10D6-48E7-9B9D-0C5C800617F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8FD310A-E04F-4C4B-8EB8-CB915A9161AA}" type="presOf" srcId="{96B3F0E7-14A2-4DE4-BF3C-8C6670F0BA13}" destId="{A06AB200-46CC-4F5F-B44E-584F25AF9E78}" srcOrd="0" destOrd="0" presId="urn:microsoft.com/office/officeart/2005/8/layout/chevron2"/>
    <dgm:cxn modelId="{CA14C80C-6604-4B1B-B7FA-62D630D055DB}" srcId="{96B3F0E7-14A2-4DE4-BF3C-8C6670F0BA13}" destId="{1E002CDD-1E2C-4B04-8283-6D6CEED5E334}" srcOrd="0" destOrd="0" parTransId="{75A06247-8D7B-4E3F-88B7-444FCBFB3BF8}" sibTransId="{37C5C42A-9A2F-48A1-B6B4-31ECE136460C}"/>
    <dgm:cxn modelId="{D0540A12-700E-47E9-8EEF-627F2145CF45}" srcId="{1E002CDD-1E2C-4B04-8283-6D6CEED5E334}" destId="{38F7C080-FAE9-4A36-AB05-3C245F3D7749}" srcOrd="0" destOrd="0" parTransId="{F601ECFF-0CD3-4F1D-908A-AC81EDD8906D}" sibTransId="{9788F335-CAEE-43A0-8F71-291E73291DEA}"/>
    <dgm:cxn modelId="{210B2A12-E5DE-4BF5-BF62-6FBE5B70BEEC}" srcId="{1E002CDD-1E2C-4B04-8283-6D6CEED5E334}" destId="{72AA39B8-BB55-4A5E-846A-54606F885FC7}" srcOrd="2" destOrd="0" parTransId="{5E276ACD-7F05-4CED-B430-DF686C6D223E}" sibTransId="{098D02BB-0223-41D8-9FD3-23E9EA505F4D}"/>
    <dgm:cxn modelId="{D0CD7F2E-86E6-4861-A912-773B0AF3AFA5}" srcId="{7FAE6B62-34BC-4E2D-A299-2A99C26ADB8D}" destId="{CB757353-C5C9-434F-8A45-554BEC48D6AC}" srcOrd="1" destOrd="0" parTransId="{32707B5C-73A3-4E10-8A6B-A4BBC36C172C}" sibTransId="{17907FC6-4FB0-4F38-890E-2FE3CC361B9F}"/>
    <dgm:cxn modelId="{6B0F0161-662F-4A1B-B3BD-0BEECF7557CE}" type="presOf" srcId="{CB757353-C5C9-434F-8A45-554BEC48D6AC}" destId="{DBC66FD8-1BAD-4674-9B1A-D642AB35A759}" srcOrd="0" destOrd="1" presId="urn:microsoft.com/office/officeart/2005/8/layout/chevron2"/>
    <dgm:cxn modelId="{3BAE3542-E963-4B54-A016-E8B03B10CA78}" srcId="{96B3F0E7-14A2-4DE4-BF3C-8C6670F0BA13}" destId="{3D6C0A96-10D6-48E7-9B9D-0C5C800617FE}" srcOrd="2" destOrd="0" parTransId="{E6B7B6E7-67A5-4431-BFE7-E9CCB4CCC66C}" sibTransId="{114ACD30-0DFE-46BD-BE5B-E054C331DE90}"/>
    <dgm:cxn modelId="{C00A5262-FF0A-42C9-910B-F02A0DCC961E}" srcId="{1E002CDD-1E2C-4B04-8283-6D6CEED5E334}" destId="{64A0A415-D5BA-4C39-9C30-DC94506BDD2C}" srcOrd="1" destOrd="0" parTransId="{6FD571AE-6A3F-4D82-892E-6B32AAA90E09}" sibTransId="{4B682BD2-D992-4287-909F-14778AC861DF}"/>
    <dgm:cxn modelId="{8921346B-676A-4049-B106-964851BB5E38}" srcId="{7FAE6B62-34BC-4E2D-A299-2A99C26ADB8D}" destId="{069E02E2-D36A-4906-AB45-0F9AFF7C511F}" srcOrd="0" destOrd="0" parTransId="{A8C3E2CE-A276-4DA5-8142-1D57EC6C2288}" sibTransId="{D9D3236F-640F-4996-847C-C8ADAD786A76}"/>
    <dgm:cxn modelId="{263C9152-D93A-4EE3-B8C0-94828EA0BB7F}" type="presOf" srcId="{FA455BE8-F252-4F43-86F9-0DFD92AE93C6}" destId="{7BAA6F9F-F2C1-4B1E-8E7A-0EE45D7BD107}" srcOrd="0" destOrd="1" presId="urn:microsoft.com/office/officeart/2005/8/layout/chevron2"/>
    <dgm:cxn modelId="{735EE559-B20A-44D0-A123-D579608E2C7F}" srcId="{3D6C0A96-10D6-48E7-9B9D-0C5C800617FE}" destId="{B43E4ECE-F92C-42E3-8254-95CA8A046AD4}" srcOrd="0" destOrd="0" parTransId="{59EFBF1B-85DA-41BF-BAE9-0C42C292A0D0}" sibTransId="{03966621-ACDC-4540-8D3A-7BE3BE600BEF}"/>
    <dgm:cxn modelId="{260CFF80-837E-46FC-AD96-75684B3B872F}" srcId="{7FAE6B62-34BC-4E2D-A299-2A99C26ADB8D}" destId="{BE46C750-E7AC-4211-BDAE-D4D4F0FD2F94}" srcOrd="2" destOrd="0" parTransId="{430756EF-D8F9-42B4-8192-B50D242198A2}" sibTransId="{D698588A-EB02-43BE-9585-494CA629F420}"/>
    <dgm:cxn modelId="{8B708587-FE72-456C-B003-8AF95D119500}" type="presOf" srcId="{38F7C080-FAE9-4A36-AB05-3C245F3D7749}" destId="{BA1C50D0-F954-4C08-92B5-129D4AC71766}" srcOrd="0" destOrd="0" presId="urn:microsoft.com/office/officeart/2005/8/layout/chevron2"/>
    <dgm:cxn modelId="{FA49A38C-2EBE-4922-AC63-FCA4356FBE9A}" type="presOf" srcId="{069E02E2-D36A-4906-AB45-0F9AFF7C511F}" destId="{DBC66FD8-1BAD-4674-9B1A-D642AB35A759}" srcOrd="0" destOrd="0" presId="urn:microsoft.com/office/officeart/2005/8/layout/chevron2"/>
    <dgm:cxn modelId="{375C5699-4E1A-4227-8E02-7F17CD538A4E}" type="presOf" srcId="{3D6C0A96-10D6-48E7-9B9D-0C5C800617FE}" destId="{62E18535-7593-4949-B1A7-699CF8CC9649}" srcOrd="0" destOrd="0" presId="urn:microsoft.com/office/officeart/2005/8/layout/chevron2"/>
    <dgm:cxn modelId="{873591B3-B42E-4191-BCAC-9EAA7618B62B}" type="presOf" srcId="{1E002CDD-1E2C-4B04-8283-6D6CEED5E334}" destId="{5E7998C6-F77D-41FB-8EE2-89C8C57FDD53}" srcOrd="0" destOrd="0" presId="urn:microsoft.com/office/officeart/2005/8/layout/chevron2"/>
    <dgm:cxn modelId="{B2BAC6B8-76CA-4986-A76C-75FEBFAFA468}" type="presOf" srcId="{64A0A415-D5BA-4C39-9C30-DC94506BDD2C}" destId="{BA1C50D0-F954-4C08-92B5-129D4AC71766}" srcOrd="0" destOrd="1" presId="urn:microsoft.com/office/officeart/2005/8/layout/chevron2"/>
    <dgm:cxn modelId="{997904C8-8EDE-4797-A988-3FE3E1C1D12F}" type="presOf" srcId="{72AA39B8-BB55-4A5E-846A-54606F885FC7}" destId="{BA1C50D0-F954-4C08-92B5-129D4AC71766}" srcOrd="0" destOrd="2" presId="urn:microsoft.com/office/officeart/2005/8/layout/chevron2"/>
    <dgm:cxn modelId="{BD3493D4-9D46-40B8-ACB5-68369690C65C}" type="presOf" srcId="{BE46C750-E7AC-4211-BDAE-D4D4F0FD2F94}" destId="{DBC66FD8-1BAD-4674-9B1A-D642AB35A759}" srcOrd="0" destOrd="2" presId="urn:microsoft.com/office/officeart/2005/8/layout/chevron2"/>
    <dgm:cxn modelId="{32CC00DF-A253-4FAC-B5E6-D5AFD3D36813}" srcId="{3D6C0A96-10D6-48E7-9B9D-0C5C800617FE}" destId="{FA455BE8-F252-4F43-86F9-0DFD92AE93C6}" srcOrd="1" destOrd="0" parTransId="{34033AC1-C6FD-49A7-A8B9-108923303BE7}" sibTransId="{DE18103B-8D70-4D25-89E7-A6DCBD0BA641}"/>
    <dgm:cxn modelId="{B8FB72F1-4337-4333-ACA4-B00EEDF3AEE4}" srcId="{96B3F0E7-14A2-4DE4-BF3C-8C6670F0BA13}" destId="{7FAE6B62-34BC-4E2D-A299-2A99C26ADB8D}" srcOrd="1" destOrd="0" parTransId="{6C02D99B-3963-41BB-8693-ADA1249DBA6A}" sibTransId="{AFDF3C4C-ABFB-414B-A98A-A05940C81363}"/>
    <dgm:cxn modelId="{59D5DBF3-4CA8-4AEA-8171-AEEFFBD0CB3F}" type="presOf" srcId="{B43E4ECE-F92C-42E3-8254-95CA8A046AD4}" destId="{7BAA6F9F-F2C1-4B1E-8E7A-0EE45D7BD107}" srcOrd="0" destOrd="0" presId="urn:microsoft.com/office/officeart/2005/8/layout/chevron2"/>
    <dgm:cxn modelId="{507632F9-7FDA-45C9-A934-BC7EC695644E}" type="presOf" srcId="{7FAE6B62-34BC-4E2D-A299-2A99C26ADB8D}" destId="{20B77AE9-E80F-445A-B7C4-0911B6291135}" srcOrd="0" destOrd="0" presId="urn:microsoft.com/office/officeart/2005/8/layout/chevron2"/>
    <dgm:cxn modelId="{9543DB29-860B-455F-81A2-9F27B680D58C}" type="presParOf" srcId="{A06AB200-46CC-4F5F-B44E-584F25AF9E78}" destId="{851C8E64-08DE-4341-8999-5E711DACDDDA}" srcOrd="0" destOrd="0" presId="urn:microsoft.com/office/officeart/2005/8/layout/chevron2"/>
    <dgm:cxn modelId="{948C6549-3F28-47FD-817D-D5FDA583A4D0}" type="presParOf" srcId="{851C8E64-08DE-4341-8999-5E711DACDDDA}" destId="{5E7998C6-F77D-41FB-8EE2-89C8C57FDD53}" srcOrd="0" destOrd="0" presId="urn:microsoft.com/office/officeart/2005/8/layout/chevron2"/>
    <dgm:cxn modelId="{B2F9BF76-F584-41E7-86A4-9D3DCFAC6E56}" type="presParOf" srcId="{851C8E64-08DE-4341-8999-5E711DACDDDA}" destId="{BA1C50D0-F954-4C08-92B5-129D4AC71766}" srcOrd="1" destOrd="0" presId="urn:microsoft.com/office/officeart/2005/8/layout/chevron2"/>
    <dgm:cxn modelId="{A21E333E-F0C2-4C9E-8A3F-F22EC36A1096}" type="presParOf" srcId="{A06AB200-46CC-4F5F-B44E-584F25AF9E78}" destId="{1B2C2FE3-50C3-4DEB-90AD-4A01CA2CF32E}" srcOrd="1" destOrd="0" presId="urn:microsoft.com/office/officeart/2005/8/layout/chevron2"/>
    <dgm:cxn modelId="{030AE9BB-6556-4CB3-B9A4-34C370714F3C}" type="presParOf" srcId="{A06AB200-46CC-4F5F-B44E-584F25AF9E78}" destId="{B9152FE4-4203-44EE-9343-C11BC4D6912B}" srcOrd="2" destOrd="0" presId="urn:microsoft.com/office/officeart/2005/8/layout/chevron2"/>
    <dgm:cxn modelId="{92189EB7-673F-4A14-909A-191B1D123F82}" type="presParOf" srcId="{B9152FE4-4203-44EE-9343-C11BC4D6912B}" destId="{20B77AE9-E80F-445A-B7C4-0911B6291135}" srcOrd="0" destOrd="0" presId="urn:microsoft.com/office/officeart/2005/8/layout/chevron2"/>
    <dgm:cxn modelId="{7346120E-FC75-460A-8240-20CF43682B14}" type="presParOf" srcId="{B9152FE4-4203-44EE-9343-C11BC4D6912B}" destId="{DBC66FD8-1BAD-4674-9B1A-D642AB35A759}" srcOrd="1" destOrd="0" presId="urn:microsoft.com/office/officeart/2005/8/layout/chevron2"/>
    <dgm:cxn modelId="{6F88E6CD-A3D6-4540-9047-A177EA5456AC}" type="presParOf" srcId="{A06AB200-46CC-4F5F-B44E-584F25AF9E78}" destId="{E05FF4F3-F4CB-43AC-99B5-88FFC1B1D053}" srcOrd="3" destOrd="0" presId="urn:microsoft.com/office/officeart/2005/8/layout/chevron2"/>
    <dgm:cxn modelId="{71B1DE02-2A7B-43DC-9478-88BF6BFF5C43}" type="presParOf" srcId="{A06AB200-46CC-4F5F-B44E-584F25AF9E78}" destId="{D4477A4C-E3A1-4AA9-A374-65D74C39EE2F}" srcOrd="4" destOrd="0" presId="urn:microsoft.com/office/officeart/2005/8/layout/chevron2"/>
    <dgm:cxn modelId="{E060EA0B-5747-47CA-BB4B-95B250C2BC1E}" type="presParOf" srcId="{D4477A4C-E3A1-4AA9-A374-65D74C39EE2F}" destId="{62E18535-7593-4949-B1A7-699CF8CC9649}" srcOrd="0" destOrd="0" presId="urn:microsoft.com/office/officeart/2005/8/layout/chevron2"/>
    <dgm:cxn modelId="{05AEDE20-D083-4847-9FA3-1BA868B8007E}" type="presParOf" srcId="{D4477A4C-E3A1-4AA9-A374-65D74C39EE2F}" destId="{7BAA6F9F-F2C1-4B1E-8E7A-0EE45D7BD10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983275-8AE9-4FDE-AC8C-E39CDCAED8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3B1C77-7F3D-41DE-A8F6-BD37E80CC961}">
      <dgm:prSet phldrT="[Text]" custT="1"/>
      <dgm:spPr/>
      <dgm:t>
        <a:bodyPr/>
        <a:lstStyle/>
        <a:p>
          <a:r>
            <a:rPr lang="en-US" sz="1000" dirty="0"/>
            <a:t>Temporal smoothing</a:t>
          </a:r>
        </a:p>
      </dgm:t>
    </dgm:pt>
    <dgm:pt modelId="{638ECE27-D227-4923-AFB7-45A61AC32A75}" type="parTrans" cxnId="{E958FB6D-A57D-4C79-990B-D3168FEF3EC1}">
      <dgm:prSet/>
      <dgm:spPr/>
      <dgm:t>
        <a:bodyPr/>
        <a:lstStyle/>
        <a:p>
          <a:endParaRPr lang="en-US" sz="1000"/>
        </a:p>
      </dgm:t>
    </dgm:pt>
    <dgm:pt modelId="{24EE1387-CBAC-4CB7-B4A0-41DACD8F983E}" type="sibTrans" cxnId="{E958FB6D-A57D-4C79-990B-D3168FEF3EC1}">
      <dgm:prSet/>
      <dgm:spPr/>
      <dgm:t>
        <a:bodyPr/>
        <a:lstStyle/>
        <a:p>
          <a:endParaRPr lang="en-US" sz="1000"/>
        </a:p>
      </dgm:t>
    </dgm:pt>
    <dgm:pt modelId="{FEEEBAD2-978A-4FBF-9463-2AABDB9600BF}">
      <dgm:prSet phldrT="[Text]" custT="1"/>
      <dgm:spPr/>
      <dgm:t>
        <a:bodyPr/>
        <a:lstStyle/>
        <a:p>
          <a:r>
            <a:rPr lang="en-US" sz="1000" dirty="0"/>
            <a:t>Adaptive thresholding</a:t>
          </a:r>
        </a:p>
      </dgm:t>
    </dgm:pt>
    <dgm:pt modelId="{DC7501E0-499D-4422-B6F7-8714E8048889}" type="parTrans" cxnId="{3886ADC8-9FB4-4402-B82E-1BAF982B56F5}">
      <dgm:prSet/>
      <dgm:spPr/>
      <dgm:t>
        <a:bodyPr/>
        <a:lstStyle/>
        <a:p>
          <a:endParaRPr lang="en-US" sz="1000"/>
        </a:p>
      </dgm:t>
    </dgm:pt>
    <dgm:pt modelId="{2A5C79AD-2E7D-4EB0-A7EC-1AB51B1FFFF7}" type="sibTrans" cxnId="{3886ADC8-9FB4-4402-B82E-1BAF982B56F5}">
      <dgm:prSet/>
      <dgm:spPr/>
      <dgm:t>
        <a:bodyPr/>
        <a:lstStyle/>
        <a:p>
          <a:endParaRPr lang="en-US" sz="1000"/>
        </a:p>
      </dgm:t>
    </dgm:pt>
    <dgm:pt modelId="{76BCA581-424E-4E4F-9B6E-5F06113C57D5}">
      <dgm:prSet phldrT="[Text]" custT="1"/>
      <dgm:spPr/>
      <dgm:t>
        <a:bodyPr/>
        <a:lstStyle/>
        <a:p>
          <a:r>
            <a:rPr lang="en-US" sz="1000" dirty="0"/>
            <a:t>Better preprocessing</a:t>
          </a:r>
        </a:p>
      </dgm:t>
    </dgm:pt>
    <dgm:pt modelId="{B9BBE5DD-FBA9-451F-90AF-52907153BA1B}" type="parTrans" cxnId="{C655A1A8-FBBA-4885-AE13-4A792B8E1646}">
      <dgm:prSet/>
      <dgm:spPr/>
      <dgm:t>
        <a:bodyPr/>
        <a:lstStyle/>
        <a:p>
          <a:endParaRPr lang="en-US" sz="1000"/>
        </a:p>
      </dgm:t>
    </dgm:pt>
    <dgm:pt modelId="{F6D58AB1-256F-45F2-A7AA-88B64DFC4550}" type="sibTrans" cxnId="{C655A1A8-FBBA-4885-AE13-4A792B8E1646}">
      <dgm:prSet/>
      <dgm:spPr/>
      <dgm:t>
        <a:bodyPr/>
        <a:lstStyle/>
        <a:p>
          <a:endParaRPr lang="en-US" sz="1000"/>
        </a:p>
      </dgm:t>
    </dgm:pt>
    <dgm:pt modelId="{9F25C42D-E1BA-4CA5-BFD0-8B51AC6F53FC}">
      <dgm:prSet phldrT="[Text]" custT="1"/>
      <dgm:spPr/>
      <dgm:t>
        <a:bodyPr/>
        <a:lstStyle/>
        <a:p>
          <a:r>
            <a:rPr lang="en-US" sz="1000" dirty="0"/>
            <a:t>Adaptive thresholding</a:t>
          </a:r>
        </a:p>
      </dgm:t>
    </dgm:pt>
    <dgm:pt modelId="{7F4AC584-668E-48B3-9A17-156D4E8F01C9}" type="parTrans" cxnId="{3AFF2D23-4757-43C9-82FF-FD475934CF36}">
      <dgm:prSet/>
      <dgm:spPr/>
      <dgm:t>
        <a:bodyPr/>
        <a:lstStyle/>
        <a:p>
          <a:endParaRPr lang="en-US" sz="1000"/>
        </a:p>
      </dgm:t>
    </dgm:pt>
    <dgm:pt modelId="{DE395FE6-2402-4F79-9323-625B3886C6C8}" type="sibTrans" cxnId="{3AFF2D23-4757-43C9-82FF-FD475934CF36}">
      <dgm:prSet/>
      <dgm:spPr/>
      <dgm:t>
        <a:bodyPr/>
        <a:lstStyle/>
        <a:p>
          <a:endParaRPr lang="en-US" sz="1000"/>
        </a:p>
      </dgm:t>
    </dgm:pt>
    <dgm:pt modelId="{0130FCB6-B723-4A43-A355-A32985843E8B}" type="pres">
      <dgm:prSet presAssocID="{09983275-8AE9-4FDE-AC8C-E39CDCAED8CC}" presName="linear" presStyleCnt="0">
        <dgm:presLayoutVars>
          <dgm:dir/>
          <dgm:animLvl val="lvl"/>
          <dgm:resizeHandles val="exact"/>
        </dgm:presLayoutVars>
      </dgm:prSet>
      <dgm:spPr/>
    </dgm:pt>
    <dgm:pt modelId="{3FE2FD58-EEAE-4B30-AC7B-F2EBF653B862}" type="pres">
      <dgm:prSet presAssocID="{D73B1C77-7F3D-41DE-A8F6-BD37E80CC961}" presName="parentLin" presStyleCnt="0"/>
      <dgm:spPr/>
    </dgm:pt>
    <dgm:pt modelId="{111BE748-B834-4FFD-8EFE-E4954A4ACC3B}" type="pres">
      <dgm:prSet presAssocID="{D73B1C77-7F3D-41DE-A8F6-BD37E80CC961}" presName="parentLeftMargin" presStyleLbl="node1" presStyleIdx="0" presStyleCnt="4"/>
      <dgm:spPr/>
    </dgm:pt>
    <dgm:pt modelId="{868B2DED-298A-4D95-8354-2FBB8B8DB4CD}" type="pres">
      <dgm:prSet presAssocID="{D73B1C77-7F3D-41DE-A8F6-BD37E80CC9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42FAFC-6386-48E4-8EC1-CC380993810E}" type="pres">
      <dgm:prSet presAssocID="{D73B1C77-7F3D-41DE-A8F6-BD37E80CC961}" presName="negativeSpace" presStyleCnt="0"/>
      <dgm:spPr/>
    </dgm:pt>
    <dgm:pt modelId="{E293B629-8A3C-4B3F-97BB-747C8E78EE53}" type="pres">
      <dgm:prSet presAssocID="{D73B1C77-7F3D-41DE-A8F6-BD37E80CC961}" presName="childText" presStyleLbl="conFgAcc1" presStyleIdx="0" presStyleCnt="4">
        <dgm:presLayoutVars>
          <dgm:bulletEnabled val="1"/>
        </dgm:presLayoutVars>
      </dgm:prSet>
      <dgm:spPr/>
    </dgm:pt>
    <dgm:pt modelId="{36783FED-7700-46EE-91F1-0944D50B723C}" type="pres">
      <dgm:prSet presAssocID="{24EE1387-CBAC-4CB7-B4A0-41DACD8F983E}" presName="spaceBetweenRectangles" presStyleCnt="0"/>
      <dgm:spPr/>
    </dgm:pt>
    <dgm:pt modelId="{ED6F8801-F020-4397-B15D-E34E13DF0FC7}" type="pres">
      <dgm:prSet presAssocID="{FEEEBAD2-978A-4FBF-9463-2AABDB9600BF}" presName="parentLin" presStyleCnt="0"/>
      <dgm:spPr/>
    </dgm:pt>
    <dgm:pt modelId="{E166769B-38D4-42C9-BFC9-19E9BF93D24F}" type="pres">
      <dgm:prSet presAssocID="{FEEEBAD2-978A-4FBF-9463-2AABDB9600BF}" presName="parentLeftMargin" presStyleLbl="node1" presStyleIdx="0" presStyleCnt="4"/>
      <dgm:spPr/>
    </dgm:pt>
    <dgm:pt modelId="{0CE88C91-2B03-4E81-A52D-CAB115B61D88}" type="pres">
      <dgm:prSet presAssocID="{FEEEBAD2-978A-4FBF-9463-2AABDB9600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49984B-9034-4DB7-A095-31B67AB37EAA}" type="pres">
      <dgm:prSet presAssocID="{FEEEBAD2-978A-4FBF-9463-2AABDB9600BF}" presName="negativeSpace" presStyleCnt="0"/>
      <dgm:spPr/>
    </dgm:pt>
    <dgm:pt modelId="{93563FF2-58FD-4CCA-9772-0178086E568B}" type="pres">
      <dgm:prSet presAssocID="{FEEEBAD2-978A-4FBF-9463-2AABDB9600BF}" presName="childText" presStyleLbl="conFgAcc1" presStyleIdx="1" presStyleCnt="4">
        <dgm:presLayoutVars>
          <dgm:bulletEnabled val="1"/>
        </dgm:presLayoutVars>
      </dgm:prSet>
      <dgm:spPr/>
    </dgm:pt>
    <dgm:pt modelId="{264ECC3C-B06D-4013-BECE-D0EC785B3ECB}" type="pres">
      <dgm:prSet presAssocID="{2A5C79AD-2E7D-4EB0-A7EC-1AB51B1FFFF7}" presName="spaceBetweenRectangles" presStyleCnt="0"/>
      <dgm:spPr/>
    </dgm:pt>
    <dgm:pt modelId="{7569EBEF-FB19-4A41-B433-AAD23D5C00E8}" type="pres">
      <dgm:prSet presAssocID="{76BCA581-424E-4E4F-9B6E-5F06113C57D5}" presName="parentLin" presStyleCnt="0"/>
      <dgm:spPr/>
    </dgm:pt>
    <dgm:pt modelId="{56E06214-512E-481C-A01F-557118AECAEF}" type="pres">
      <dgm:prSet presAssocID="{76BCA581-424E-4E4F-9B6E-5F06113C57D5}" presName="parentLeftMargin" presStyleLbl="node1" presStyleIdx="1" presStyleCnt="4"/>
      <dgm:spPr/>
    </dgm:pt>
    <dgm:pt modelId="{9A6F26D1-EEFE-402D-B840-D2B4436CAFA8}" type="pres">
      <dgm:prSet presAssocID="{76BCA581-424E-4E4F-9B6E-5F06113C57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570656-4FE0-43BA-9C24-B5982BE8D62A}" type="pres">
      <dgm:prSet presAssocID="{76BCA581-424E-4E4F-9B6E-5F06113C57D5}" presName="negativeSpace" presStyleCnt="0"/>
      <dgm:spPr/>
    </dgm:pt>
    <dgm:pt modelId="{6F54A2D9-A05D-4834-8B5F-3DAFC3F4E0D5}" type="pres">
      <dgm:prSet presAssocID="{76BCA581-424E-4E4F-9B6E-5F06113C57D5}" presName="childText" presStyleLbl="conFgAcc1" presStyleIdx="2" presStyleCnt="4">
        <dgm:presLayoutVars>
          <dgm:bulletEnabled val="1"/>
        </dgm:presLayoutVars>
      </dgm:prSet>
      <dgm:spPr/>
    </dgm:pt>
    <dgm:pt modelId="{82CAC3F3-7A90-4DD8-9C09-ACCBAE6E987F}" type="pres">
      <dgm:prSet presAssocID="{F6D58AB1-256F-45F2-A7AA-88B64DFC4550}" presName="spaceBetweenRectangles" presStyleCnt="0"/>
      <dgm:spPr/>
    </dgm:pt>
    <dgm:pt modelId="{7333154C-F594-4C75-931E-C67FA0BC9ABA}" type="pres">
      <dgm:prSet presAssocID="{9F25C42D-E1BA-4CA5-BFD0-8B51AC6F53FC}" presName="parentLin" presStyleCnt="0"/>
      <dgm:spPr/>
    </dgm:pt>
    <dgm:pt modelId="{DB3FD89D-A355-41C9-AFBD-FD47BBF73451}" type="pres">
      <dgm:prSet presAssocID="{9F25C42D-E1BA-4CA5-BFD0-8B51AC6F53FC}" presName="parentLeftMargin" presStyleLbl="node1" presStyleIdx="2" presStyleCnt="4"/>
      <dgm:spPr/>
    </dgm:pt>
    <dgm:pt modelId="{4D035720-E924-46B4-BCD4-524ACBB335EC}" type="pres">
      <dgm:prSet presAssocID="{9F25C42D-E1BA-4CA5-BFD0-8B51AC6F53F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ADB9372-E9EE-4D36-A3A5-CD592A09300E}" type="pres">
      <dgm:prSet presAssocID="{9F25C42D-E1BA-4CA5-BFD0-8B51AC6F53FC}" presName="negativeSpace" presStyleCnt="0"/>
      <dgm:spPr/>
    </dgm:pt>
    <dgm:pt modelId="{E03BDF80-04CF-4918-A34A-6BDB055604A9}" type="pres">
      <dgm:prSet presAssocID="{9F25C42D-E1BA-4CA5-BFD0-8B51AC6F53F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AFF2D23-4757-43C9-82FF-FD475934CF36}" srcId="{09983275-8AE9-4FDE-AC8C-E39CDCAED8CC}" destId="{9F25C42D-E1BA-4CA5-BFD0-8B51AC6F53FC}" srcOrd="3" destOrd="0" parTransId="{7F4AC584-668E-48B3-9A17-156D4E8F01C9}" sibTransId="{DE395FE6-2402-4F79-9323-625B3886C6C8}"/>
    <dgm:cxn modelId="{4ACDB743-AC8C-427B-A315-19CAF0334F87}" type="presOf" srcId="{76BCA581-424E-4E4F-9B6E-5F06113C57D5}" destId="{56E06214-512E-481C-A01F-557118AECAEF}" srcOrd="0" destOrd="0" presId="urn:microsoft.com/office/officeart/2005/8/layout/list1"/>
    <dgm:cxn modelId="{F1D1D569-5B78-4484-9154-278F0DE6C35F}" type="presOf" srcId="{D73B1C77-7F3D-41DE-A8F6-BD37E80CC961}" destId="{111BE748-B834-4FFD-8EFE-E4954A4ACC3B}" srcOrd="0" destOrd="0" presId="urn:microsoft.com/office/officeart/2005/8/layout/list1"/>
    <dgm:cxn modelId="{E958FB6D-A57D-4C79-990B-D3168FEF3EC1}" srcId="{09983275-8AE9-4FDE-AC8C-E39CDCAED8CC}" destId="{D73B1C77-7F3D-41DE-A8F6-BD37E80CC961}" srcOrd="0" destOrd="0" parTransId="{638ECE27-D227-4923-AFB7-45A61AC32A75}" sibTransId="{24EE1387-CBAC-4CB7-B4A0-41DACD8F983E}"/>
    <dgm:cxn modelId="{4E8E9D9F-AB73-460B-B122-282F134730AB}" type="presOf" srcId="{FEEEBAD2-978A-4FBF-9463-2AABDB9600BF}" destId="{0CE88C91-2B03-4E81-A52D-CAB115B61D88}" srcOrd="1" destOrd="0" presId="urn:microsoft.com/office/officeart/2005/8/layout/list1"/>
    <dgm:cxn modelId="{C655A1A8-FBBA-4885-AE13-4A792B8E1646}" srcId="{09983275-8AE9-4FDE-AC8C-E39CDCAED8CC}" destId="{76BCA581-424E-4E4F-9B6E-5F06113C57D5}" srcOrd="2" destOrd="0" parTransId="{B9BBE5DD-FBA9-451F-90AF-52907153BA1B}" sibTransId="{F6D58AB1-256F-45F2-A7AA-88B64DFC4550}"/>
    <dgm:cxn modelId="{9F949DAD-7C17-4C21-A704-4C4E5C19A1CC}" type="presOf" srcId="{09983275-8AE9-4FDE-AC8C-E39CDCAED8CC}" destId="{0130FCB6-B723-4A43-A355-A32985843E8B}" srcOrd="0" destOrd="0" presId="urn:microsoft.com/office/officeart/2005/8/layout/list1"/>
    <dgm:cxn modelId="{9C5A51B6-E861-4495-898A-E8524D01D9B2}" type="presOf" srcId="{D73B1C77-7F3D-41DE-A8F6-BD37E80CC961}" destId="{868B2DED-298A-4D95-8354-2FBB8B8DB4CD}" srcOrd="1" destOrd="0" presId="urn:microsoft.com/office/officeart/2005/8/layout/list1"/>
    <dgm:cxn modelId="{3886ADC8-9FB4-4402-B82E-1BAF982B56F5}" srcId="{09983275-8AE9-4FDE-AC8C-E39CDCAED8CC}" destId="{FEEEBAD2-978A-4FBF-9463-2AABDB9600BF}" srcOrd="1" destOrd="0" parTransId="{DC7501E0-499D-4422-B6F7-8714E8048889}" sibTransId="{2A5C79AD-2E7D-4EB0-A7EC-1AB51B1FFFF7}"/>
    <dgm:cxn modelId="{F9973DCF-2A36-4519-9FBF-E452EA6255C9}" type="presOf" srcId="{9F25C42D-E1BA-4CA5-BFD0-8B51AC6F53FC}" destId="{4D035720-E924-46B4-BCD4-524ACBB335EC}" srcOrd="1" destOrd="0" presId="urn:microsoft.com/office/officeart/2005/8/layout/list1"/>
    <dgm:cxn modelId="{0DDDBCD1-7E32-43E4-B83B-D6DF4DE2F717}" type="presOf" srcId="{9F25C42D-E1BA-4CA5-BFD0-8B51AC6F53FC}" destId="{DB3FD89D-A355-41C9-AFBD-FD47BBF73451}" srcOrd="0" destOrd="0" presId="urn:microsoft.com/office/officeart/2005/8/layout/list1"/>
    <dgm:cxn modelId="{D7F07BDF-9832-416C-AC28-FC68A17526AF}" type="presOf" srcId="{FEEEBAD2-978A-4FBF-9463-2AABDB9600BF}" destId="{E166769B-38D4-42C9-BFC9-19E9BF93D24F}" srcOrd="0" destOrd="0" presId="urn:microsoft.com/office/officeart/2005/8/layout/list1"/>
    <dgm:cxn modelId="{1F047AEE-A72A-4BA3-9C22-AF039D850AA5}" type="presOf" srcId="{76BCA581-424E-4E4F-9B6E-5F06113C57D5}" destId="{9A6F26D1-EEFE-402D-B840-D2B4436CAFA8}" srcOrd="1" destOrd="0" presId="urn:microsoft.com/office/officeart/2005/8/layout/list1"/>
    <dgm:cxn modelId="{BE8295ED-CB0C-42C0-B7AA-46DDB81EA509}" type="presParOf" srcId="{0130FCB6-B723-4A43-A355-A32985843E8B}" destId="{3FE2FD58-EEAE-4B30-AC7B-F2EBF653B862}" srcOrd="0" destOrd="0" presId="urn:microsoft.com/office/officeart/2005/8/layout/list1"/>
    <dgm:cxn modelId="{BB008CB9-4689-408E-B861-9A07593726A0}" type="presParOf" srcId="{3FE2FD58-EEAE-4B30-AC7B-F2EBF653B862}" destId="{111BE748-B834-4FFD-8EFE-E4954A4ACC3B}" srcOrd="0" destOrd="0" presId="urn:microsoft.com/office/officeart/2005/8/layout/list1"/>
    <dgm:cxn modelId="{AB23D4F1-A7CF-4D1E-A758-81560AD140D8}" type="presParOf" srcId="{3FE2FD58-EEAE-4B30-AC7B-F2EBF653B862}" destId="{868B2DED-298A-4D95-8354-2FBB8B8DB4CD}" srcOrd="1" destOrd="0" presId="urn:microsoft.com/office/officeart/2005/8/layout/list1"/>
    <dgm:cxn modelId="{B4D38236-4950-4B7E-B776-A2E045E02D6A}" type="presParOf" srcId="{0130FCB6-B723-4A43-A355-A32985843E8B}" destId="{CD42FAFC-6386-48E4-8EC1-CC380993810E}" srcOrd="1" destOrd="0" presId="urn:microsoft.com/office/officeart/2005/8/layout/list1"/>
    <dgm:cxn modelId="{86E903EB-F403-4719-B32C-5680F34C3970}" type="presParOf" srcId="{0130FCB6-B723-4A43-A355-A32985843E8B}" destId="{E293B629-8A3C-4B3F-97BB-747C8E78EE53}" srcOrd="2" destOrd="0" presId="urn:microsoft.com/office/officeart/2005/8/layout/list1"/>
    <dgm:cxn modelId="{087E131A-372D-42F8-9434-21CA84A80E3E}" type="presParOf" srcId="{0130FCB6-B723-4A43-A355-A32985843E8B}" destId="{36783FED-7700-46EE-91F1-0944D50B723C}" srcOrd="3" destOrd="0" presId="urn:microsoft.com/office/officeart/2005/8/layout/list1"/>
    <dgm:cxn modelId="{D427F38A-4C4E-440A-8190-26C0F2AB2610}" type="presParOf" srcId="{0130FCB6-B723-4A43-A355-A32985843E8B}" destId="{ED6F8801-F020-4397-B15D-E34E13DF0FC7}" srcOrd="4" destOrd="0" presId="urn:microsoft.com/office/officeart/2005/8/layout/list1"/>
    <dgm:cxn modelId="{B3942207-8FB7-45FE-9E47-D786102A5D58}" type="presParOf" srcId="{ED6F8801-F020-4397-B15D-E34E13DF0FC7}" destId="{E166769B-38D4-42C9-BFC9-19E9BF93D24F}" srcOrd="0" destOrd="0" presId="urn:microsoft.com/office/officeart/2005/8/layout/list1"/>
    <dgm:cxn modelId="{6B517BF8-3FBA-4CFB-8EF8-AF35D5A37E25}" type="presParOf" srcId="{ED6F8801-F020-4397-B15D-E34E13DF0FC7}" destId="{0CE88C91-2B03-4E81-A52D-CAB115B61D88}" srcOrd="1" destOrd="0" presId="urn:microsoft.com/office/officeart/2005/8/layout/list1"/>
    <dgm:cxn modelId="{7BAFB26A-03B7-4E66-A68F-544C67C448D8}" type="presParOf" srcId="{0130FCB6-B723-4A43-A355-A32985843E8B}" destId="{2A49984B-9034-4DB7-A095-31B67AB37EAA}" srcOrd="5" destOrd="0" presId="urn:microsoft.com/office/officeart/2005/8/layout/list1"/>
    <dgm:cxn modelId="{305FD707-1A03-42E4-883B-54C23E43765F}" type="presParOf" srcId="{0130FCB6-B723-4A43-A355-A32985843E8B}" destId="{93563FF2-58FD-4CCA-9772-0178086E568B}" srcOrd="6" destOrd="0" presId="urn:microsoft.com/office/officeart/2005/8/layout/list1"/>
    <dgm:cxn modelId="{0F489E12-0817-4CC8-8DBF-03D0563C03D1}" type="presParOf" srcId="{0130FCB6-B723-4A43-A355-A32985843E8B}" destId="{264ECC3C-B06D-4013-BECE-D0EC785B3ECB}" srcOrd="7" destOrd="0" presId="urn:microsoft.com/office/officeart/2005/8/layout/list1"/>
    <dgm:cxn modelId="{E1B71EE8-2725-48D8-AE5E-6FA0B692E0E3}" type="presParOf" srcId="{0130FCB6-B723-4A43-A355-A32985843E8B}" destId="{7569EBEF-FB19-4A41-B433-AAD23D5C00E8}" srcOrd="8" destOrd="0" presId="urn:microsoft.com/office/officeart/2005/8/layout/list1"/>
    <dgm:cxn modelId="{4683834A-47D6-4C40-A1E5-F1123696660E}" type="presParOf" srcId="{7569EBEF-FB19-4A41-B433-AAD23D5C00E8}" destId="{56E06214-512E-481C-A01F-557118AECAEF}" srcOrd="0" destOrd="0" presId="urn:microsoft.com/office/officeart/2005/8/layout/list1"/>
    <dgm:cxn modelId="{69F63266-A04F-46EA-9E8B-E895EE415766}" type="presParOf" srcId="{7569EBEF-FB19-4A41-B433-AAD23D5C00E8}" destId="{9A6F26D1-EEFE-402D-B840-D2B4436CAFA8}" srcOrd="1" destOrd="0" presId="urn:microsoft.com/office/officeart/2005/8/layout/list1"/>
    <dgm:cxn modelId="{24E3DA2F-D4D6-4300-9140-B147AFA01D5A}" type="presParOf" srcId="{0130FCB6-B723-4A43-A355-A32985843E8B}" destId="{67570656-4FE0-43BA-9C24-B5982BE8D62A}" srcOrd="9" destOrd="0" presId="urn:microsoft.com/office/officeart/2005/8/layout/list1"/>
    <dgm:cxn modelId="{99749878-0055-4C34-8613-74A62173C5DF}" type="presParOf" srcId="{0130FCB6-B723-4A43-A355-A32985843E8B}" destId="{6F54A2D9-A05D-4834-8B5F-3DAFC3F4E0D5}" srcOrd="10" destOrd="0" presId="urn:microsoft.com/office/officeart/2005/8/layout/list1"/>
    <dgm:cxn modelId="{B8BA330B-BF75-4A81-8DEB-757A2D46730D}" type="presParOf" srcId="{0130FCB6-B723-4A43-A355-A32985843E8B}" destId="{82CAC3F3-7A90-4DD8-9C09-ACCBAE6E987F}" srcOrd="11" destOrd="0" presId="urn:microsoft.com/office/officeart/2005/8/layout/list1"/>
    <dgm:cxn modelId="{7C0FBA1D-CAA1-4CF8-8A9D-1D552EA990A8}" type="presParOf" srcId="{0130FCB6-B723-4A43-A355-A32985843E8B}" destId="{7333154C-F594-4C75-931E-C67FA0BC9ABA}" srcOrd="12" destOrd="0" presId="urn:microsoft.com/office/officeart/2005/8/layout/list1"/>
    <dgm:cxn modelId="{975CEBA6-C99A-4C5D-A129-2F9C19BAF64B}" type="presParOf" srcId="{7333154C-F594-4C75-931E-C67FA0BC9ABA}" destId="{DB3FD89D-A355-41C9-AFBD-FD47BBF73451}" srcOrd="0" destOrd="0" presId="urn:microsoft.com/office/officeart/2005/8/layout/list1"/>
    <dgm:cxn modelId="{ECF2DFCB-F2F9-4BA8-AE11-2FE3091C6B77}" type="presParOf" srcId="{7333154C-F594-4C75-931E-C67FA0BC9ABA}" destId="{4D035720-E924-46B4-BCD4-524ACBB335EC}" srcOrd="1" destOrd="0" presId="urn:microsoft.com/office/officeart/2005/8/layout/list1"/>
    <dgm:cxn modelId="{0A8E7AE7-7BE3-497B-9B16-E9587916DFC3}" type="presParOf" srcId="{0130FCB6-B723-4A43-A355-A32985843E8B}" destId="{5ADB9372-E9EE-4D36-A3A5-CD592A09300E}" srcOrd="13" destOrd="0" presId="urn:microsoft.com/office/officeart/2005/8/layout/list1"/>
    <dgm:cxn modelId="{0BE11235-BB2C-4E8D-B690-07B51EC8CDB4}" type="presParOf" srcId="{0130FCB6-B723-4A43-A355-A32985843E8B}" destId="{E03BDF80-04CF-4918-A34A-6BDB055604A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8B7DD-8EAB-476F-BA31-7DB7D40CC95D}">
      <dsp:nvSpPr>
        <dsp:cNvPr id="0" name=""/>
        <dsp:cNvSpPr/>
      </dsp:nvSpPr>
      <dsp:spPr>
        <a:xfrm>
          <a:off x="0" y="3275482"/>
          <a:ext cx="5560991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Event Detection</a:t>
          </a:r>
        </a:p>
      </dsp:txBody>
      <dsp:txXfrm>
        <a:off x="0" y="3275482"/>
        <a:ext cx="5560991" cy="580546"/>
      </dsp:txXfrm>
    </dsp:sp>
    <dsp:sp modelId="{8E1DC488-768A-459A-9FFB-7CCC31BEF116}">
      <dsp:nvSpPr>
        <dsp:cNvPr id="0" name=""/>
        <dsp:cNvSpPr/>
      </dsp:nvSpPr>
      <dsp:spPr>
        <a:xfrm>
          <a:off x="0" y="3834527"/>
          <a:ext cx="2780495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Bounces: Vertical acceleration + velocity flip</a:t>
          </a:r>
        </a:p>
      </dsp:txBody>
      <dsp:txXfrm>
        <a:off x="0" y="3834527"/>
        <a:ext cx="2780495" cy="494539"/>
      </dsp:txXfrm>
    </dsp:sp>
    <dsp:sp modelId="{A3F0C200-CACF-4751-A3D6-69BF496038F2}">
      <dsp:nvSpPr>
        <dsp:cNvPr id="0" name=""/>
        <dsp:cNvSpPr/>
      </dsp:nvSpPr>
      <dsp:spPr>
        <a:xfrm>
          <a:off x="2780495" y="3834527"/>
          <a:ext cx="2780495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Contacts: Ball-racket proximity</a:t>
          </a:r>
        </a:p>
      </dsp:txBody>
      <dsp:txXfrm>
        <a:off x="2780495" y="3834527"/>
        <a:ext cx="2780495" cy="494539"/>
      </dsp:txXfrm>
    </dsp:sp>
    <dsp:sp modelId="{1A1CB400-21CB-4B76-8AE2-6A6CBDA59A4D}">
      <dsp:nvSpPr>
        <dsp:cNvPr id="0" name=""/>
        <dsp:cNvSpPr/>
      </dsp:nvSpPr>
      <dsp:spPr>
        <a:xfrm rot="10800000">
          <a:off x="0" y="1638125"/>
          <a:ext cx="5560991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2. Ball Tracking</a:t>
          </a:r>
        </a:p>
      </dsp:txBody>
      <dsp:txXfrm rot="-10800000">
        <a:off x="0" y="1638125"/>
        <a:ext cx="5560991" cy="580372"/>
      </dsp:txXfrm>
    </dsp:sp>
    <dsp:sp modelId="{02C8DF7A-F811-4C4A-BD0C-B0F57C0107EB}">
      <dsp:nvSpPr>
        <dsp:cNvPr id="0" name=""/>
        <dsp:cNvSpPr/>
      </dsp:nvSpPr>
      <dsp:spPr>
        <a:xfrm>
          <a:off x="2715" y="2218498"/>
          <a:ext cx="1851853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Detection: Hough Circle Transform</a:t>
          </a:r>
        </a:p>
      </dsp:txBody>
      <dsp:txXfrm>
        <a:off x="2715" y="2218498"/>
        <a:ext cx="1851853" cy="494391"/>
      </dsp:txXfrm>
    </dsp:sp>
    <dsp:sp modelId="{FED5810A-2555-43CB-A975-F13D008E51F3}">
      <dsp:nvSpPr>
        <dsp:cNvPr id="0" name=""/>
        <dsp:cNvSpPr/>
      </dsp:nvSpPr>
      <dsp:spPr>
        <a:xfrm>
          <a:off x="1854568" y="2218498"/>
          <a:ext cx="1851853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Filtering: Kalman filter</a:t>
          </a:r>
        </a:p>
      </dsp:txBody>
      <dsp:txXfrm>
        <a:off x="1854568" y="2218498"/>
        <a:ext cx="1851853" cy="494391"/>
      </dsp:txXfrm>
    </dsp:sp>
    <dsp:sp modelId="{25C401DC-8694-4328-BAB9-8164C94FDA25}">
      <dsp:nvSpPr>
        <dsp:cNvPr id="0" name=""/>
        <dsp:cNvSpPr/>
      </dsp:nvSpPr>
      <dsp:spPr>
        <a:xfrm>
          <a:off x="3706422" y="2218498"/>
          <a:ext cx="1851853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Interpolation: Cubic spline</a:t>
          </a:r>
        </a:p>
      </dsp:txBody>
      <dsp:txXfrm>
        <a:off x="3706422" y="2218498"/>
        <a:ext cx="1851853" cy="494391"/>
      </dsp:txXfrm>
    </dsp:sp>
    <dsp:sp modelId="{8B870647-9022-4590-A593-5A3AEC0CC9AB}">
      <dsp:nvSpPr>
        <dsp:cNvPr id="0" name=""/>
        <dsp:cNvSpPr/>
      </dsp:nvSpPr>
      <dsp:spPr>
        <a:xfrm rot="10800000">
          <a:off x="0" y="0"/>
          <a:ext cx="5560991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 Court Calibration</a:t>
          </a:r>
        </a:p>
      </dsp:txBody>
      <dsp:txXfrm rot="-10800000">
        <a:off x="0" y="0"/>
        <a:ext cx="5560991" cy="580372"/>
      </dsp:txXfrm>
    </dsp:sp>
    <dsp:sp modelId="{16F2D43F-F5CA-4634-A02D-66D8405EC2B3}">
      <dsp:nvSpPr>
        <dsp:cNvPr id="0" name=""/>
        <dsp:cNvSpPr/>
      </dsp:nvSpPr>
      <dsp:spPr>
        <a:xfrm>
          <a:off x="0" y="581141"/>
          <a:ext cx="2780495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Homography via DLT + RANSAC</a:t>
          </a:r>
        </a:p>
      </dsp:txBody>
      <dsp:txXfrm>
        <a:off x="0" y="581141"/>
        <a:ext cx="2780495" cy="494391"/>
      </dsp:txXfrm>
    </dsp:sp>
    <dsp:sp modelId="{0F34D4B7-A8B8-4A70-98AC-3A0C7B8E9385}">
      <dsp:nvSpPr>
        <dsp:cNvPr id="0" name=""/>
        <dsp:cNvSpPr/>
      </dsp:nvSpPr>
      <dsp:spPr>
        <a:xfrm>
          <a:off x="2780495" y="581141"/>
          <a:ext cx="2780495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Maps image pixels ↔ court meters</a:t>
          </a:r>
        </a:p>
      </dsp:txBody>
      <dsp:txXfrm>
        <a:off x="2780495" y="581141"/>
        <a:ext cx="2780495" cy="4943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998C6-F77D-41FB-8EE2-89C8C57FDD53}">
      <dsp:nvSpPr>
        <dsp:cNvPr id="0" name=""/>
        <dsp:cNvSpPr/>
      </dsp:nvSpPr>
      <dsp:spPr>
        <a:xfrm rot="5400000">
          <a:off x="-229775" y="229828"/>
          <a:ext cx="1531835" cy="1072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Ball Detection:</a:t>
          </a:r>
        </a:p>
      </dsp:txBody>
      <dsp:txXfrm rot="-5400000">
        <a:off x="1" y="536194"/>
        <a:ext cx="1072284" cy="459551"/>
      </dsp:txXfrm>
    </dsp:sp>
    <dsp:sp modelId="{BA1C50D0-F954-4C08-92B5-129D4AC71766}">
      <dsp:nvSpPr>
        <dsp:cNvPr id="0" name=""/>
        <dsp:cNvSpPr/>
      </dsp:nvSpPr>
      <dsp:spPr>
        <a:xfrm rot="5400000">
          <a:off x="3287566" y="-2215281"/>
          <a:ext cx="995693" cy="54262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 Hough Circle Transform with adaptive params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Radius: 5-15 pixels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Background subtraction</a:t>
          </a:r>
          <a:endParaRPr lang="en-US" sz="1900" kern="1200" dirty="0"/>
        </a:p>
      </dsp:txBody>
      <dsp:txXfrm rot="-5400000">
        <a:off x="1072284" y="48607"/>
        <a:ext cx="5377651" cy="898481"/>
      </dsp:txXfrm>
    </dsp:sp>
    <dsp:sp modelId="{20B77AE9-E80F-445A-B7C4-0911B6291135}">
      <dsp:nvSpPr>
        <dsp:cNvPr id="0" name=""/>
        <dsp:cNvSpPr/>
      </dsp:nvSpPr>
      <dsp:spPr>
        <a:xfrm rot="5400000">
          <a:off x="-229775" y="1566538"/>
          <a:ext cx="1531835" cy="1072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Kalman Tuning:</a:t>
          </a:r>
        </a:p>
      </dsp:txBody>
      <dsp:txXfrm rot="-5400000">
        <a:off x="1" y="1872904"/>
        <a:ext cx="1072284" cy="459551"/>
      </dsp:txXfrm>
    </dsp:sp>
    <dsp:sp modelId="{DBC66FD8-1BAD-4674-9B1A-D642AB35A759}">
      <dsp:nvSpPr>
        <dsp:cNvPr id="0" name=""/>
        <dsp:cNvSpPr/>
      </dsp:nvSpPr>
      <dsp:spPr>
        <a:xfrm rot="5400000">
          <a:off x="3287566" y="-878519"/>
          <a:ext cx="995693" cy="54262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Process noise: Q = 10⁻³ · 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Measurement noise: R = 5 · 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Re-init on gaps &gt; 10 frames</a:t>
          </a:r>
          <a:endParaRPr lang="en-US" sz="1900" kern="1200" dirty="0"/>
        </a:p>
      </dsp:txBody>
      <dsp:txXfrm rot="-5400000">
        <a:off x="1072284" y="1385369"/>
        <a:ext cx="5377651" cy="898481"/>
      </dsp:txXfrm>
    </dsp:sp>
    <dsp:sp modelId="{62E18535-7593-4949-B1A7-699CF8CC9649}">
      <dsp:nvSpPr>
        <dsp:cNvPr id="0" name=""/>
        <dsp:cNvSpPr/>
      </dsp:nvSpPr>
      <dsp:spPr>
        <a:xfrm rot="5400000">
          <a:off x="-229775" y="2903248"/>
          <a:ext cx="1531835" cy="10722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Event Thresholds:</a:t>
          </a:r>
        </a:p>
      </dsp:txBody>
      <dsp:txXfrm rot="-5400000">
        <a:off x="1" y="3209614"/>
        <a:ext cx="1072284" cy="459551"/>
      </dsp:txXfrm>
    </dsp:sp>
    <dsp:sp modelId="{7BAA6F9F-F2C1-4B1E-8E7A-0EE45D7BD107}">
      <dsp:nvSpPr>
        <dsp:cNvPr id="0" name=""/>
        <dsp:cNvSpPr/>
      </dsp:nvSpPr>
      <dsp:spPr>
        <a:xfrm rot="5400000">
          <a:off x="3287566" y="458190"/>
          <a:ext cx="995693" cy="54262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Bounce acceleration: 1500 </a:t>
          </a:r>
          <a:r>
            <a:rPr lang="en-US" sz="1900" kern="1200" dirty="0" err="1"/>
            <a:t>px</a:t>
          </a:r>
          <a:r>
            <a:rPr lang="en-US" sz="1900" kern="1200" dirty="0"/>
            <a:t>/s²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Contact proximity: 50 pixels</a:t>
          </a:r>
        </a:p>
      </dsp:txBody>
      <dsp:txXfrm rot="-5400000">
        <a:off x="1072284" y="2722078"/>
        <a:ext cx="5377651" cy="898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3B629-8A3C-4B3F-97BB-747C8E78EE53}">
      <dsp:nvSpPr>
        <dsp:cNvPr id="0" name=""/>
        <dsp:cNvSpPr/>
      </dsp:nvSpPr>
      <dsp:spPr>
        <a:xfrm>
          <a:off x="0" y="140048"/>
          <a:ext cx="2530568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B2DED-298A-4D95-8354-2FBB8B8DB4CD}">
      <dsp:nvSpPr>
        <dsp:cNvPr id="0" name=""/>
        <dsp:cNvSpPr/>
      </dsp:nvSpPr>
      <dsp:spPr>
        <a:xfrm>
          <a:off x="126528" y="21968"/>
          <a:ext cx="1771397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55" tIns="0" rIns="66955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Temporal smoothing</a:t>
          </a:r>
        </a:p>
      </dsp:txBody>
      <dsp:txXfrm>
        <a:off x="138056" y="33496"/>
        <a:ext cx="1748341" cy="213104"/>
      </dsp:txXfrm>
    </dsp:sp>
    <dsp:sp modelId="{93563FF2-58FD-4CCA-9772-0178086E568B}">
      <dsp:nvSpPr>
        <dsp:cNvPr id="0" name=""/>
        <dsp:cNvSpPr/>
      </dsp:nvSpPr>
      <dsp:spPr>
        <a:xfrm>
          <a:off x="0" y="502928"/>
          <a:ext cx="2530568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88C91-2B03-4E81-A52D-CAB115B61D88}">
      <dsp:nvSpPr>
        <dsp:cNvPr id="0" name=""/>
        <dsp:cNvSpPr/>
      </dsp:nvSpPr>
      <dsp:spPr>
        <a:xfrm>
          <a:off x="126528" y="384848"/>
          <a:ext cx="1771397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55" tIns="0" rIns="66955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Adaptive thresholding</a:t>
          </a:r>
        </a:p>
      </dsp:txBody>
      <dsp:txXfrm>
        <a:off x="138056" y="396376"/>
        <a:ext cx="1748341" cy="213104"/>
      </dsp:txXfrm>
    </dsp:sp>
    <dsp:sp modelId="{6F54A2D9-A05D-4834-8B5F-3DAFC3F4E0D5}">
      <dsp:nvSpPr>
        <dsp:cNvPr id="0" name=""/>
        <dsp:cNvSpPr/>
      </dsp:nvSpPr>
      <dsp:spPr>
        <a:xfrm>
          <a:off x="0" y="865808"/>
          <a:ext cx="2530568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F26D1-EEFE-402D-B840-D2B4436CAFA8}">
      <dsp:nvSpPr>
        <dsp:cNvPr id="0" name=""/>
        <dsp:cNvSpPr/>
      </dsp:nvSpPr>
      <dsp:spPr>
        <a:xfrm>
          <a:off x="126528" y="747728"/>
          <a:ext cx="1771397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55" tIns="0" rIns="66955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Better preprocessing</a:t>
          </a:r>
        </a:p>
      </dsp:txBody>
      <dsp:txXfrm>
        <a:off x="138056" y="759256"/>
        <a:ext cx="1748341" cy="213104"/>
      </dsp:txXfrm>
    </dsp:sp>
    <dsp:sp modelId="{E03BDF80-04CF-4918-A34A-6BDB055604A9}">
      <dsp:nvSpPr>
        <dsp:cNvPr id="0" name=""/>
        <dsp:cNvSpPr/>
      </dsp:nvSpPr>
      <dsp:spPr>
        <a:xfrm>
          <a:off x="0" y="1228687"/>
          <a:ext cx="2530568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35720-E924-46B4-BCD4-524ACBB335EC}">
      <dsp:nvSpPr>
        <dsp:cNvPr id="0" name=""/>
        <dsp:cNvSpPr/>
      </dsp:nvSpPr>
      <dsp:spPr>
        <a:xfrm>
          <a:off x="126528" y="1110608"/>
          <a:ext cx="1771397" cy="236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55" tIns="0" rIns="66955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Adaptive thresholding</a:t>
          </a:r>
        </a:p>
      </dsp:txBody>
      <dsp:txXfrm>
        <a:off x="138056" y="1122136"/>
        <a:ext cx="1748341" cy="213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7F200D-FE2A-44E5-8068-832A8600BF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8CC95-E523-426E-B232-B67BC3A21E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C2953-E7A9-4A1D-B30F-E009502DB20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6B73F-8AB1-4B90-83C4-688428B573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0E1C6-534E-4268-B709-39DC04E31E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42F45-6637-4D1D-AFDB-8B1F0690AC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180AC5D-E06C-4327-9B46-C76A868D5BC2}"/>
              </a:ext>
            </a:extLst>
          </p:cNvPr>
          <p:cNvSpPr txBox="1">
            <a:spLocks/>
          </p:cNvSpPr>
          <p:nvPr/>
        </p:nvSpPr>
        <p:spPr>
          <a:xfrm>
            <a:off x="1082040" y="5364480"/>
            <a:ext cx="10027920" cy="10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cap="sm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0" i="1" cap="none" baseline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47E5F42-7899-4D78-8BF0-1B6FE4A4D6B8}"/>
              </a:ext>
            </a:extLst>
          </p:cNvPr>
          <p:cNvSpPr txBox="1">
            <a:spLocks/>
          </p:cNvSpPr>
          <p:nvPr/>
        </p:nvSpPr>
        <p:spPr>
          <a:xfrm>
            <a:off x="1082040" y="5364480"/>
            <a:ext cx="10027920" cy="10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cap="sm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0" i="1" cap="none" baseline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1E525-4202-46B4-81A4-A0E39D1B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4357846"/>
            <a:ext cx="10515600" cy="1214279"/>
          </a:xfrm>
        </p:spPr>
        <p:txBody>
          <a:bodyPr/>
          <a:lstStyle>
            <a:lvl1pPr>
              <a:defRPr lang="en-GB" sz="3200" b="1" kern="1200" cap="sm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8F3F72-F71F-4754-946D-EDD3735F0F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926" y="5657850"/>
            <a:ext cx="10515600" cy="8382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lang="en-GB" sz="2400" b="0" i="1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5pPr>
              <a:buFont typeface="Arial" panose="020B0604020202020204" pitchFamily="34" charset="0"/>
              <a:buChar char="•"/>
              <a:defRPr lang="en-GB" sz="3200" b="0" i="1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author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D0B116-51FD-47A4-A60B-EBB7D3FA8270}"/>
              </a:ext>
            </a:extLst>
          </p:cNvPr>
          <p:cNvSpPr txBox="1">
            <a:spLocks/>
          </p:cNvSpPr>
          <p:nvPr userDrawn="1"/>
        </p:nvSpPr>
        <p:spPr>
          <a:xfrm>
            <a:off x="1082040" y="5364480"/>
            <a:ext cx="10027920" cy="10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cap="sm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0" i="1" cap="none" baseline="0" dirty="0"/>
          </a:p>
        </p:txBody>
      </p:sp>
    </p:spTree>
    <p:extLst>
      <p:ext uri="{BB962C8B-B14F-4D97-AF65-F5344CB8AC3E}">
        <p14:creationId xmlns:p14="http://schemas.microsoft.com/office/powerpoint/2010/main" val="403203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489393"/>
            <a:ext cx="11262360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1960" y="6291105"/>
            <a:ext cx="3154680" cy="4086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901AA-390C-4BBF-B494-38B4816307C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40480" y="6312853"/>
            <a:ext cx="45313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76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489393"/>
            <a:ext cx="5471160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1960" y="6291105"/>
            <a:ext cx="3154680" cy="4086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40480" y="6312853"/>
            <a:ext cx="45313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D81892-4640-4F5B-89B6-82E616676D2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99202" y="1489392"/>
            <a:ext cx="5471160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976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489393"/>
            <a:ext cx="11328402" cy="193960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41960" y="6291105"/>
            <a:ext cx="3154680" cy="4086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40480" y="6312853"/>
            <a:ext cx="453136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D81892-4640-4F5B-89B6-82E616676D2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41960" y="3708400"/>
            <a:ext cx="11328402" cy="213233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69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7B1BF3-9174-4E4A-83C7-E602FF37B3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-10160"/>
            <a:ext cx="12192000" cy="68681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619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989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Aa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901AA-390C-4BBF-B494-38B4816307C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4D597-2E1B-4F81-9859-A40055605C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1500" b="1" kern="1200" cap="none" baseline="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Emad.karimianshamsabadi@mail.polimi.it" TargetMode="External"/><Relationship Id="rId2" Type="http://schemas.openxmlformats.org/officeDocument/2006/relationships/hyperlink" Target="mailto:Mahdi.soltani@mail.polimi.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C5C8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Analysis of Tennis Events</a:t>
            </a:r>
            <a:br>
              <a:rPr lang="en-US" b="0" i="0" dirty="0">
                <a:solidFill>
                  <a:srgbClr val="C5C8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C5C8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Ball Trajectory Estimation and Racket Contact Detection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23926" y="5994400"/>
            <a:ext cx="10515600" cy="501650"/>
          </a:xfrm>
        </p:spPr>
        <p:txBody>
          <a:bodyPr>
            <a:normAutofit/>
          </a:bodyPr>
          <a:lstStyle/>
          <a:p>
            <a:r>
              <a:rPr lang="it-IT" sz="1600" dirty="0"/>
              <a:t>Mahdi Soltani Renani (Person Code: 11039818)</a:t>
            </a:r>
            <a:r>
              <a:rPr lang="en-IT" sz="1600" dirty="0"/>
              <a:t>, </a:t>
            </a:r>
            <a:r>
              <a:rPr lang="en-US" sz="1600" dirty="0"/>
              <a:t>Emad Karimianshamsabadi (Person Code: </a:t>
            </a:r>
            <a:r>
              <a:rPr lang="en-US" sz="1800" b="0" i="0" u="none" strike="noStrike" baseline="0" dirty="0">
                <a:latin typeface="LibertinusSerif-Regular"/>
              </a:rPr>
              <a:t>11018953</a:t>
            </a:r>
            <a:r>
              <a:rPr lang="en-US" sz="1600" dirty="0"/>
              <a:t>)</a:t>
            </a:r>
            <a:endParaRPr lang="en-IT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923925" y="5572125"/>
            <a:ext cx="22536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Prof. Vincenzo Caglioti</a:t>
            </a:r>
            <a:endParaRPr lang="en-IT" sz="1600" i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63A6A1-EB6C-FC64-9D31-EA2C524B71F8}"/>
              </a:ext>
            </a:extLst>
          </p:cNvPr>
          <p:cNvSpPr/>
          <p:nvPr/>
        </p:nvSpPr>
        <p:spPr>
          <a:xfrm>
            <a:off x="923926" y="6496409"/>
            <a:ext cx="1865653" cy="290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C5C8C6"/>
                </a:solidFill>
                <a:effectLst/>
                <a:latin typeface="berkeleyMono"/>
              </a:rPr>
              <a:t>January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" y="1873244"/>
            <a:ext cx="11262360" cy="3513446"/>
          </a:xfrm>
        </p:spPr>
        <p:txBody>
          <a:bodyPr/>
          <a:lstStyle/>
          <a:p>
            <a:pPr marL="0" lvl="0" indent="0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Problem Formulation &amp; Motivation</a:t>
            </a: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State of the Art</a:t>
            </a: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Solution Approach</a:t>
            </a: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Implementation Details</a:t>
            </a: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Experimental Results</a:t>
            </a:r>
          </a:p>
          <a:p>
            <a:pPr marL="457200" lvl="1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Conclusions &amp; Future Work</a:t>
            </a:r>
          </a:p>
        </p:txBody>
      </p:sp>
      <p:pic>
        <p:nvPicPr>
          <p:cNvPr id="5" name="Picture 4" descr="A tennis ball on a court&#10;&#10;Description automatically generated">
            <a:extLst>
              <a:ext uri="{FF2B5EF4-FFF2-40B4-BE49-F238E27FC236}">
                <a16:creationId xmlns:a16="http://schemas.microsoft.com/office/drawing/2014/main" id="{DDE3C239-F3E9-FB38-E5FF-5AC25751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250" y="2113280"/>
            <a:ext cx="4953750" cy="3037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672860"/>
            <a:ext cx="11262360" cy="344410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fkGroteskNeue"/>
              </a:rPr>
              <a:t>Motivation</a:t>
            </a:r>
            <a:br>
              <a:rPr lang="en-US" b="0" i="0" dirty="0">
                <a:effectLst/>
                <a:latin typeface="fkGroteskNeue"/>
              </a:rPr>
            </a:br>
            <a:br>
              <a:rPr lang="en-IT" sz="2800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2046162"/>
            <a:ext cx="11381740" cy="3125278"/>
          </a:xfrm>
        </p:spPr>
        <p:txBody>
          <a:bodyPr/>
          <a:lstStyle/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Tennis Video Analysis?</a:t>
            </a:r>
          </a:p>
          <a:p>
            <a:pPr algn="just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Sports Analytics: Evaluate player performance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Broadcasting: Automatic replay generation  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Coaching: Tactical insights from matches</a:t>
            </a: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Officiating: Automated line-calling systems</a:t>
            </a:r>
          </a:p>
          <a:p>
            <a:pPr algn="just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Market: $4.7B (2025) → $9.2B (2030)</a:t>
            </a:r>
          </a:p>
          <a:p>
            <a:pPr algn="just"/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person holding a tennis racket&#10;&#10;Description automatically generated">
            <a:extLst>
              <a:ext uri="{FF2B5EF4-FFF2-40B4-BE49-F238E27FC236}">
                <a16:creationId xmlns:a16="http://schemas.microsoft.com/office/drawing/2014/main" id="{08445DAA-CFEF-B698-2026-021E0AF98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29" y="2046162"/>
            <a:ext cx="4884155" cy="30439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6DCA-A2AD-6AEA-DE4B-6BA691CF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r>
              <a:rPr lang="en-US" sz="1800" b="0" i="0">
                <a:effectLst/>
              </a:rPr>
              <a:t>Problem Statement</a:t>
            </a:r>
            <a:br>
              <a:rPr lang="en-US" sz="1800" b="0" i="0">
                <a:effectLst/>
              </a:rPr>
            </a:br>
            <a:br>
              <a:rPr lang="en-IT" sz="1800"/>
            </a:br>
            <a:endParaRPr lang="en-IT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FF24-4525-31BD-4E48-D278B5FCB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5471160" cy="4351338"/>
          </a:xfrm>
        </p:spPr>
        <p:txBody>
          <a:bodyPr>
            <a:normAutofit/>
          </a:bodyPr>
          <a:lstStyle/>
          <a:p>
            <a:r>
              <a:rPr lang="en-US" sz="1500" dirty="0"/>
              <a:t>Problem Statement</a:t>
            </a:r>
          </a:p>
          <a:p>
            <a:endParaRPr lang="en-US" sz="1500" dirty="0"/>
          </a:p>
          <a:p>
            <a:r>
              <a:rPr lang="en-US" sz="1500" dirty="0"/>
              <a:t>Input:</a:t>
            </a:r>
          </a:p>
          <a:p>
            <a:r>
              <a:rPr lang="en-US" sz="1500" dirty="0"/>
              <a:t>• Single-view tennis video (1920×1080, 60 FPS)</a:t>
            </a:r>
          </a:p>
          <a:p>
            <a:r>
              <a:rPr lang="en-US" sz="1500" dirty="0"/>
              <a:t>• Court </a:t>
            </a:r>
            <a:r>
              <a:rPr lang="en-US" sz="1500" dirty="0" err="1"/>
              <a:t>keypoints</a:t>
            </a:r>
            <a:r>
              <a:rPr lang="en-US" sz="1500" dirty="0"/>
              <a:t> (19 points)</a:t>
            </a:r>
          </a:p>
          <a:p>
            <a:r>
              <a:rPr lang="en-US" sz="1500" dirty="0"/>
              <a:t>• Partial ball position labels</a:t>
            </a:r>
          </a:p>
          <a:p>
            <a:endParaRPr lang="en-US" sz="1500" dirty="0"/>
          </a:p>
          <a:p>
            <a:r>
              <a:rPr lang="en-US" sz="1500" dirty="0"/>
              <a:t>Output:</a:t>
            </a:r>
          </a:p>
          <a:p>
            <a:r>
              <a:rPr lang="en-US" sz="1500" dirty="0"/>
              <a:t>• 3D ball trajectory</a:t>
            </a:r>
          </a:p>
          <a:p>
            <a:r>
              <a:rPr lang="en-US" sz="1500" dirty="0"/>
              <a:t>• Bounce detection</a:t>
            </a:r>
          </a:p>
          <a:p>
            <a:r>
              <a:rPr lang="en-US" sz="1500" dirty="0"/>
              <a:t>• Ball-racket contact frames</a:t>
            </a:r>
          </a:p>
          <a:p>
            <a:r>
              <a:rPr lang="en-US" sz="1500" dirty="0"/>
              <a:t>• Trajectory interpolation</a:t>
            </a:r>
          </a:p>
          <a:p>
            <a:endParaRPr lang="en-US" sz="1500" dirty="0"/>
          </a:p>
        </p:txBody>
      </p:sp>
      <p:pic>
        <p:nvPicPr>
          <p:cNvPr id="7" name="Picture 6" descr="A tennis court with a tennis player on it&#10;&#10;Description automatically generated">
            <a:extLst>
              <a:ext uri="{FF2B5EF4-FFF2-40B4-BE49-F238E27FC236}">
                <a16:creationId xmlns:a16="http://schemas.microsoft.com/office/drawing/2014/main" id="{C54F3269-7838-8A32-2EC5-10E947E78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62" r="14510" b="-1"/>
          <a:stretch>
            <a:fillRect/>
          </a:stretch>
        </p:blipFill>
        <p:spPr>
          <a:xfrm>
            <a:off x="5913120" y="1489392"/>
            <a:ext cx="5471160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056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Challenges</a:t>
            </a:r>
          </a:p>
        </p:txBody>
      </p:sp>
      <p:pic>
        <p:nvPicPr>
          <p:cNvPr id="8" name="Picture 7" descr="A tennis ball in mid air&#10;&#10;Description automatically generated">
            <a:extLst>
              <a:ext uri="{FF2B5EF4-FFF2-40B4-BE49-F238E27FC236}">
                <a16:creationId xmlns:a16="http://schemas.microsoft.com/office/drawing/2014/main" id="{3E05DFE5-A277-67B9-D08C-F3FCDCC78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88" r="1" b="1"/>
          <a:stretch>
            <a:fillRect/>
          </a:stretch>
        </p:blipFill>
        <p:spPr>
          <a:xfrm>
            <a:off x="441960" y="1489393"/>
            <a:ext cx="5471160" cy="4351338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2"/>
          </p:nvPr>
        </p:nvSpPr>
        <p:spPr>
          <a:xfrm>
            <a:off x="6299202" y="1489392"/>
            <a:ext cx="5471160" cy="4351338"/>
          </a:xfrm>
        </p:spPr>
        <p:txBody>
          <a:bodyPr>
            <a:norm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Challenges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Complexity: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Fast motion (&gt;50 m/s)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Motion blur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Partial occlusions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Background clutter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Real-time processing goal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Limited training data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Varying lighting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Camera motion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17F4-9341-F9B1-9118-143ADE0A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B72F-CEA9-479F-76FE-DC3F864EF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11328402" cy="4017327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of the Art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Method                        Technique                          Limitation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───────────────────────────────────────────────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TrackNet (2019)          CNN-based detection     Needs huge training data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Hough Transform        Circle detection               Sensitive to noise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Sub.        Frame differencing          Fails with camera motion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Multi-camera               Triangulation                   Requires calibration</a:t>
            </a:r>
          </a:p>
        </p:txBody>
      </p:sp>
    </p:spTree>
    <p:extLst>
      <p:ext uri="{BB962C8B-B14F-4D97-AF65-F5344CB8AC3E}">
        <p14:creationId xmlns:p14="http://schemas.microsoft.com/office/powerpoint/2010/main" val="238719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405114"/>
            <a:ext cx="11262360" cy="612156"/>
          </a:xfrm>
        </p:spPr>
        <p:txBody>
          <a:bodyPr anchor="ctr">
            <a:noAutofit/>
          </a:bodyPr>
          <a:lstStyle/>
          <a:p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Related Work</a:t>
            </a:r>
            <a:b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489393"/>
            <a:ext cx="11328402" cy="4541017"/>
          </a:xfrm>
        </p:spPr>
        <p:txBody>
          <a:bodyPr>
            <a:no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References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TrackNet (Huang et al., 2019)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Deep learning for ball detection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Homography-based tracking 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Farin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al., 2005)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Court plane mapping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Kalman filtering (Welch &amp; Bishop, 2006)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Trajectory smoothing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RANSAC 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Fischler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Bolles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1981)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Robust geometric estimation</a:t>
            </a:r>
          </a:p>
          <a:p>
            <a:endParaRPr lang="en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291E-9B3F-576E-48B6-14C57D32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4FC8-5AAF-77E4-CC06-E1202D00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547116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System Architecture</a:t>
            </a:r>
          </a:p>
          <a:p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Video Input</a:t>
            </a:r>
          </a:p>
          <a:p>
            <a:pPr marL="457200" lvl="1" indent="0">
              <a:buNone/>
            </a:pPr>
            <a:r>
              <a:rPr lang="en-US" sz="1800" dirty="0"/>
              <a:t>    ↓</a:t>
            </a:r>
          </a:p>
          <a:p>
            <a:pPr marL="457200" lvl="1" indent="0">
              <a:buNone/>
            </a:pPr>
            <a:r>
              <a:rPr lang="en-US" sz="1800" dirty="0"/>
              <a:t>├─ Court Calibration (Homography)</a:t>
            </a:r>
          </a:p>
          <a:p>
            <a:pPr marL="457200" lvl="1" indent="0">
              <a:buNone/>
            </a:pPr>
            <a:r>
              <a:rPr lang="en-US" sz="1800" dirty="0"/>
              <a:t>└─ Ball Detection (Hough Circle)</a:t>
            </a:r>
          </a:p>
          <a:p>
            <a:pPr marL="457200" lvl="1" indent="0">
              <a:buNone/>
            </a:pPr>
            <a:r>
              <a:rPr lang="en-US" sz="1800" dirty="0"/>
              <a:t>    ↓</a:t>
            </a:r>
          </a:p>
          <a:p>
            <a:pPr marL="457200" lvl="1" indent="0">
              <a:buNone/>
            </a:pPr>
            <a:r>
              <a:rPr lang="en-US" sz="1800" dirty="0"/>
              <a:t>Kalman Filtering (Trajectory Tracking)</a:t>
            </a:r>
          </a:p>
          <a:p>
            <a:pPr marL="457200" lvl="1" indent="0">
              <a:buNone/>
            </a:pPr>
            <a:r>
              <a:rPr lang="en-US" sz="1800" dirty="0"/>
              <a:t>    ↓</a:t>
            </a:r>
          </a:p>
          <a:p>
            <a:pPr marL="457200" lvl="1" indent="0">
              <a:buNone/>
            </a:pPr>
            <a:r>
              <a:rPr lang="en-US" sz="1800" dirty="0"/>
              <a:t>├─ Bounce Detection</a:t>
            </a:r>
          </a:p>
          <a:p>
            <a:pPr marL="457200" lvl="1" indent="0">
              <a:buNone/>
            </a:pPr>
            <a:r>
              <a:rPr lang="en-US" sz="1800" dirty="0"/>
              <a:t>└─ Contact Detection</a:t>
            </a:r>
          </a:p>
          <a:p>
            <a:pPr marL="457200" lvl="1" indent="0">
              <a:buNone/>
            </a:pPr>
            <a:r>
              <a:rPr lang="en-US" sz="1800" dirty="0"/>
              <a:t>    ↓</a:t>
            </a:r>
          </a:p>
          <a:p>
            <a:pPr marL="457200" lvl="1" indent="0">
              <a:buNone/>
            </a:pPr>
            <a:r>
              <a:rPr lang="en-US" sz="1800" dirty="0"/>
              <a:t>3D Trajectory + Events</a:t>
            </a:r>
          </a:p>
          <a:p>
            <a:endParaRPr lang="en-IT" sz="1800" dirty="0"/>
          </a:p>
        </p:txBody>
      </p:sp>
      <p:pic>
        <p:nvPicPr>
          <p:cNvPr id="6" name="Picture 5" descr="A blue tile with white lines&#10;&#10;Description automatically generated">
            <a:extLst>
              <a:ext uri="{FF2B5EF4-FFF2-40B4-BE49-F238E27FC236}">
                <a16:creationId xmlns:a16="http://schemas.microsoft.com/office/drawing/2014/main" id="{C8BB2DFA-7B65-2ECC-FBF8-5DB3095E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72" r="1" b="29845"/>
          <a:stretch>
            <a:fillRect/>
          </a:stretch>
        </p:blipFill>
        <p:spPr>
          <a:xfrm>
            <a:off x="6299202" y="1489410"/>
            <a:ext cx="5471160" cy="4351301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7710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19" y="2693161"/>
            <a:ext cx="3898546" cy="1195934"/>
          </a:xfrm>
        </p:spPr>
        <p:txBody>
          <a:bodyPr/>
          <a:lstStyle/>
          <a:p>
            <a:r>
              <a:rPr lang="en-US" dirty="0"/>
              <a:t>Three-Stage Pipeline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8671BE6-F7A9-F62B-DA8B-5BDB48B3C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043157"/>
              </p:ext>
            </p:extLst>
          </p:nvPr>
        </p:nvGraphicFramePr>
        <p:xfrm>
          <a:off x="4728903" y="1534388"/>
          <a:ext cx="556099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61256"/>
            <a:ext cx="11262360" cy="756013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Equations</a:t>
            </a:r>
            <a:r>
              <a:rPr lang="fa-I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Homography:</a:t>
            </a: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H ·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X_court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Kalman State:</a:t>
            </a: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s_t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[x, y, ẋ, ẏ]ᵀ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Condition: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a_y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(t)| &gt; 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 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 sign(ẏ) changes</a:t>
            </a:r>
          </a:p>
          <a:p>
            <a:endParaRPr lang="en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489393"/>
            <a:ext cx="11262360" cy="3946207"/>
          </a:xfrm>
        </p:spPr>
        <p:txBody>
          <a:bodyPr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 3.10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OpenCV 4.8 (detection)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YOLO v8 (real-time ball detection)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NumPy/SciPy (filtering)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Matplotlib (visualization)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 Method:</a:t>
            </a:r>
          </a:p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Traditional: Hough Circle Transform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Deep Learning: YOLO (94.1% detection rate)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D0D8-AC49-81B2-9586-1F4A6678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pPr algn="l"/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en-US" b="0" i="0" dirty="0">
                <a:effectLst/>
                <a:latin typeface="fkGroteskNeue"/>
              </a:rPr>
              <a:t>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2D4A-905E-E3E4-3120-4B321B41A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7711440" cy="4775200"/>
          </a:xfrm>
        </p:spPr>
        <p:txBody>
          <a:bodyPr>
            <a:noAutofit/>
          </a:bodyPr>
          <a:lstStyle/>
          <a:p>
            <a:pPr algn="justLow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sz="1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details:</a:t>
            </a:r>
            <a:endParaRPr lang="en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4ABB85E-B0C9-9EEE-1D28-99E0511C23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833409"/>
              </p:ext>
            </p:extLst>
          </p:nvPr>
        </p:nvGraphicFramePr>
        <p:xfrm>
          <a:off x="2676323" y="1785052"/>
          <a:ext cx="6498542" cy="4205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4347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CA38-F6AA-66C1-E50D-B6644667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365760"/>
            <a:ext cx="11262360" cy="651510"/>
          </a:xfrm>
        </p:spPr>
        <p:txBody>
          <a:bodyPr>
            <a:noAutofit/>
          </a:bodyPr>
          <a:lstStyle/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endParaRPr lang="en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DB03B-E1F9-2D0D-E71F-E7FB923AE3B5}"/>
              </a:ext>
            </a:extLst>
          </p:cNvPr>
          <p:cNvSpPr/>
          <p:nvPr/>
        </p:nvSpPr>
        <p:spPr>
          <a:xfrm>
            <a:off x="495300" y="1950720"/>
            <a:ext cx="4716780" cy="373728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Characteristics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Video: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Duration: ~40 seconds (2,400 frames)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Resolution: 1920×1080 @ 60 FPS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Rallies: 3 complete exchanges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Annotations: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84 ball positions (every 10 frames)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19 court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keypoints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9 bounce events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7 contact events</a:t>
            </a:r>
          </a:p>
        </p:txBody>
      </p:sp>
      <p:pic>
        <p:nvPicPr>
          <p:cNvPr id="4" name="Picture 3" descr="A tennis court with a tennis player on it&#10;&#10;Description automatically generated">
            <a:extLst>
              <a:ext uri="{FF2B5EF4-FFF2-40B4-BE49-F238E27FC236}">
                <a16:creationId xmlns:a16="http://schemas.microsoft.com/office/drawing/2014/main" id="{167AAD4B-66A4-78D8-A8B7-D9471BD3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458" y="1798319"/>
            <a:ext cx="7315202" cy="4114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575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5586-8297-8BAB-0023-8073DD88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effectLst/>
              </a:rPr>
              <a:t>Quantitative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8430-0C0C-8956-3593-B9313FAEC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5471160" cy="4351338"/>
          </a:xfrm>
        </p:spPr>
        <p:txBody>
          <a:bodyPr>
            <a:normAutofit fontScale="32500" lnSpcReduction="20000"/>
          </a:bodyPr>
          <a:lstStyle/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Quantitative Results</a:t>
            </a:r>
          </a:p>
          <a:p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                                 Value                    Status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──────────────────────────────────────────────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Ball Detection Rate           92.3%                  ✓ Good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Homography Error            4.2 </a:t>
            </a:r>
            <a:r>
              <a:rPr lang="en-US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px</a:t>
            </a:r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✓ Acceptable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Trajectory Smoothness     15.3 m/s²            ✓ Good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Bounce Detection F1        0.87                     ✓ Good</a:t>
            </a: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 Precision              0.94                    ✓ Excellent</a:t>
            </a:r>
          </a:p>
          <a:p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All metrics exceed targets!</a:t>
            </a:r>
          </a:p>
          <a:p>
            <a:endParaRPr lang="en-IT" sz="1500" dirty="0"/>
          </a:p>
        </p:txBody>
      </p:sp>
      <p:pic>
        <p:nvPicPr>
          <p:cNvPr id="6" name="Picture 5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A3FA12D-3D42-8F7F-5203-F73BBC14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" r="21553" b="-1"/>
          <a:stretch>
            <a:fillRect/>
          </a:stretch>
        </p:blipFill>
        <p:spPr>
          <a:xfrm>
            <a:off x="6299202" y="1489392"/>
            <a:ext cx="547116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904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4140-BE3F-D53A-AB12-8AA75B46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6"/>
            <a:ext cx="11262360" cy="880744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effectLst/>
              </a:rPr>
              <a:t>Visual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F360A-A894-9C36-03B1-99DA25FF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6040120" cy="2097087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Trajectory Visualization</a:t>
            </a:r>
          </a:p>
          <a:p>
            <a:endParaRPr lang="en-US" sz="1800" dirty="0"/>
          </a:p>
          <a:p>
            <a:r>
              <a:rPr lang="en-US" sz="1800" dirty="0"/>
              <a:t>2D Projected Trajectory:</a:t>
            </a:r>
          </a:p>
          <a:p>
            <a:r>
              <a:rPr lang="en-US" sz="1800" dirty="0"/>
              <a:t>✓ Smooth parabolic arcs</a:t>
            </a:r>
          </a:p>
          <a:p>
            <a:r>
              <a:rPr lang="en-US" sz="1800" dirty="0"/>
              <a:t>✓ Clear velocity reduction after bounces</a:t>
            </a:r>
          </a:p>
          <a:p>
            <a:r>
              <a:rPr lang="en-US" sz="1800" dirty="0"/>
              <a:t>✓ Successful interpolation across gaps</a:t>
            </a:r>
          </a:p>
          <a:p>
            <a:endParaRPr lang="en-US" sz="1800" dirty="0"/>
          </a:p>
          <a:p>
            <a:endParaRPr lang="en-IT" sz="1800" dirty="0"/>
          </a:p>
        </p:txBody>
      </p:sp>
      <p:pic>
        <p:nvPicPr>
          <p:cNvPr id="6" name="Picture 5" descr="A graph of a graph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F8F11B72-7ACD-56A0-9D7B-783E62B0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00" b="-1"/>
          <a:stretch>
            <a:fillRect/>
          </a:stretch>
        </p:blipFill>
        <p:spPr>
          <a:xfrm>
            <a:off x="7109289" y="1312088"/>
            <a:ext cx="4013198" cy="2451696"/>
          </a:xfrm>
          <a:prstGeom prst="rect">
            <a:avLst/>
          </a:prstGeom>
          <a:noFill/>
        </p:spPr>
      </p:pic>
      <p:pic>
        <p:nvPicPr>
          <p:cNvPr id="8" name="Picture 7" descr="A graph of a graph showing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99BB2699-4CBF-DF85-974A-2CF1BB17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586480"/>
            <a:ext cx="2966906" cy="24516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747D1B-21D9-ABE6-7FC6-D3FDAAB0EB0E}"/>
              </a:ext>
            </a:extLst>
          </p:cNvPr>
          <p:cNvSpPr/>
          <p:nvPr/>
        </p:nvSpPr>
        <p:spPr>
          <a:xfrm>
            <a:off x="5354134" y="3972560"/>
            <a:ext cx="6350186" cy="1971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/>
              <a:t>3D Court-Space:</a:t>
            </a:r>
          </a:p>
          <a:p>
            <a:r>
              <a:rPr lang="en-US" sz="1800" dirty="0"/>
              <a:t>✓ Ball height peaks at ~3m (serve apex)</a:t>
            </a:r>
          </a:p>
          <a:p>
            <a:r>
              <a:rPr lang="en-US" sz="1800" dirty="0"/>
              <a:t>✓ 18m baseline-to-baseline coverage</a:t>
            </a:r>
          </a:p>
          <a:p>
            <a:r>
              <a:rPr lang="en-US" sz="1800" dirty="0"/>
              <a:t>✓ Realistic bounce dynamics (~70% energy loss)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115F-DDBE-6CE6-1C5E-F39B31FE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Analysis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8FFF-815C-2685-4F37-F327153C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3"/>
            <a:ext cx="11262360" cy="4352607"/>
          </a:xfrm>
        </p:spPr>
        <p:txBody>
          <a:bodyPr/>
          <a:lstStyle/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Issues &amp; Future Work</a:t>
            </a:r>
          </a:p>
          <a:p>
            <a:pPr marL="0" lvl="0" indent="0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Sources:</a:t>
            </a:r>
          </a:p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Occlusion (35%): Player/racket blocking ball	</a:t>
            </a:r>
            <a:endParaRPr lang="fa-I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Motion Blur (28%): High-speed serves	</a:t>
            </a:r>
            <a:endParaRPr lang="fa-I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Background Noise (22%): Logo/court lines	</a:t>
            </a:r>
            <a:endParaRPr lang="fa-I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Lighting Variation (15%): Shadow transitions	</a:t>
            </a:r>
            <a:endParaRPr lang="fa-I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/>
            <a:endParaRPr lang="fa-I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Steps:</a:t>
            </a: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GPU acceleration</a:t>
            </a: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Player pose integration  </a:t>
            </a:r>
          </a:p>
          <a:p>
            <a:pPr marL="0" lvl="0" indent="0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Real-time system (&gt;30 FPS)</a:t>
            </a:r>
          </a:p>
          <a:p>
            <a:pPr marL="0" lvl="0" indent="0"/>
            <a:endParaRPr lang="en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graph showing a ball velocity&#10;&#10;Description automatically generated with medium confidence">
            <a:extLst>
              <a:ext uri="{FF2B5EF4-FFF2-40B4-BE49-F238E27FC236}">
                <a16:creationId xmlns:a16="http://schemas.microsoft.com/office/drawing/2014/main" id="{9019D7DA-05E9-7A6C-CB01-5BF870FD2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486" y="2672080"/>
            <a:ext cx="4869554" cy="305816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F18AC84-0690-2E27-C360-A66CDCD743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719120"/>
              </p:ext>
            </p:extLst>
          </p:nvPr>
        </p:nvGraphicFramePr>
        <p:xfrm>
          <a:off x="4063272" y="2327265"/>
          <a:ext cx="2530568" cy="145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10CB675-0592-A67A-A991-41E97EE8D40E}"/>
              </a:ext>
            </a:extLst>
          </p:cNvPr>
          <p:cNvSpPr/>
          <p:nvPr/>
        </p:nvSpPr>
        <p:spPr>
          <a:xfrm>
            <a:off x="4378232" y="1961505"/>
            <a:ext cx="1066800" cy="36576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64508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4C95-B91B-69BF-E83E-E4420E2D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393538"/>
            <a:ext cx="11262360" cy="623731"/>
          </a:xfrm>
        </p:spPr>
        <p:txBody>
          <a:bodyPr>
            <a:normAutofit fontScale="90000"/>
          </a:bodyPr>
          <a:lstStyle/>
          <a:p>
            <a:r>
              <a:rPr lang="en-US" sz="3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&amp; Future Work</a:t>
            </a:r>
            <a:br>
              <a:rPr lang="en-US" b="0" i="0" dirty="0">
                <a:effectLst/>
                <a:latin typeface="fkGroteskNeu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237F-2A90-A9A3-CE08-55E9D7746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56" y="1350496"/>
            <a:ext cx="11262360" cy="4749361"/>
          </a:xfrm>
        </p:spPr>
        <p:txBody>
          <a:bodyPr/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&amp; Conclusions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Achieved: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End-to-end monocular tennis analysis system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92% ball detection without deep learning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Robust bounce/contact detection (F1 &gt; 0.87)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3D trajectory reconstruction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Validated on real match footage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Work: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Real-time processing (GPU acceleration)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Multi-camera fusion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Spin rate estimation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Mobile deployment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Integration with broadcast systems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B98F12CB-30F1-5738-EEC0-CC9B77E1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041" y="1350496"/>
            <a:ext cx="1713639" cy="463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0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3554-4F71-1554-A5AF-AE134A0A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347240"/>
            <a:ext cx="11262360" cy="670029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0CCA0-ACD0-4780-D8D8-04DA2973E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89392"/>
            <a:ext cx="11262360" cy="4633615"/>
          </a:xfrm>
        </p:spPr>
        <p:txBody>
          <a:bodyPr/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Mahdi.soltani@mail.polimi.it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Emad.karimianshamsabadi@mail.polimi.it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846177"/>
      </p:ext>
    </p:extLst>
  </p:cSld>
  <p:clrMapOvr>
    <a:masterClrMapping/>
  </p:clrMapOvr>
</p:sld>
</file>

<file path=ppt/theme/theme1.xml><?xml version="1.0" encoding="utf-8"?>
<a:theme xmlns:a="http://schemas.openxmlformats.org/drawingml/2006/main" name="Politecnico di Milan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itecnico di Milano" id="{C049509C-A831-417C-99C2-0889A2F852E5}" vid="{084A2198-BC68-4AD5-A616-34740D2C5D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Politecnico di Milano</Template>
  <TotalTime>1101</TotalTime>
  <Words>893</Words>
  <Application>Microsoft Office PowerPoint</Application>
  <PresentationFormat>Widescreen</PresentationFormat>
  <Paragraphs>211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berkeleyMono</vt:lpstr>
      <vt:lpstr>Calibri</vt:lpstr>
      <vt:lpstr>fkGroteskNeue</vt:lpstr>
      <vt:lpstr>LibertinusSerif-Regular</vt:lpstr>
      <vt:lpstr>Politecnico di Milano</vt:lpstr>
      <vt:lpstr>Visual Analysis of Tennis Events Ball Trajectory Estimation and Racket Contact Detection</vt:lpstr>
      <vt:lpstr>Agenda</vt:lpstr>
      <vt:lpstr>Motivation  </vt:lpstr>
      <vt:lpstr>Problem Statement  </vt:lpstr>
      <vt:lpstr>Technical Challenges</vt:lpstr>
      <vt:lpstr>Existing Approaches</vt:lpstr>
      <vt:lpstr>Related Work  </vt:lpstr>
      <vt:lpstr>System Architecture</vt:lpstr>
      <vt:lpstr>Methodology Overview</vt:lpstr>
      <vt:lpstr>Mathematical Formulation</vt:lpstr>
      <vt:lpstr>Technology Stack</vt:lpstr>
      <vt:lpstr>Implementation Choices</vt:lpstr>
      <vt:lpstr>Dataset Description</vt:lpstr>
      <vt:lpstr>Quantitative Results</vt:lpstr>
      <vt:lpstr>Visual Results</vt:lpstr>
      <vt:lpstr>Error Analysis &amp; Limitations</vt:lpstr>
      <vt:lpstr>Summary &amp; Future Work </vt:lpstr>
      <vt:lpstr>Questions &amp; Discussion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lastModifiedBy>Mahdi Soltani Renani</cp:lastModifiedBy>
  <cp:revision>102</cp:revision>
  <dcterms:created xsi:type="dcterms:W3CDTF">2015-05-26T12:27:57Z</dcterms:created>
  <dcterms:modified xsi:type="dcterms:W3CDTF">2026-01-20T20:41:10Z</dcterms:modified>
</cp:coreProperties>
</file>